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 id="2147483687" r:id="rId5"/>
    <p:sldMasterId id="2147483697" r:id="rId6"/>
    <p:sldMasterId id="2147483733" r:id="rId7"/>
    <p:sldMasterId id="2147483748" r:id="rId8"/>
    <p:sldMasterId id="2147483836" r:id="rId9"/>
    <p:sldMasterId id="2147483846" r:id="rId10"/>
    <p:sldMasterId id="2147483856" r:id="rId11"/>
  </p:sldMasterIdLst>
  <p:notesMasterIdLst>
    <p:notesMasterId r:id="rId23"/>
  </p:notesMasterIdLst>
  <p:sldIdLst>
    <p:sldId id="3787" r:id="rId12"/>
    <p:sldId id="3798" r:id="rId13"/>
    <p:sldId id="419" r:id="rId14"/>
    <p:sldId id="3799" r:id="rId15"/>
    <p:sldId id="3800" r:id="rId16"/>
    <p:sldId id="3801" r:id="rId17"/>
    <p:sldId id="3802" r:id="rId18"/>
    <p:sldId id="3803" r:id="rId19"/>
    <p:sldId id="398" r:id="rId20"/>
    <p:sldId id="3804" r:id="rId21"/>
    <p:sldId id="3796"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D61"/>
    <a:srgbClr val="11C4D3"/>
    <a:srgbClr val="0B17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785E5D-66B9-4F8B-B5D6-CF8C47BB4C27}" v="45" dt="2024-05-29T14:58:39.2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92"/>
    <p:restoredTop sz="94638"/>
  </p:normalViewPr>
  <p:slideViewPr>
    <p:cSldViewPr snapToGrid="0">
      <p:cViewPr varScale="1">
        <p:scale>
          <a:sx n="85" d="100"/>
          <a:sy n="85" d="100"/>
        </p:scale>
        <p:origin x="69"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0.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Leinders" userId="997d70be-446e-4d3c-9385-112cae012b9d" providerId="ADAL" clId="{32785E5D-66B9-4F8B-B5D6-CF8C47BB4C27}"/>
    <pc:docChg chg="undo custSel addSld delSld modSld">
      <pc:chgData name="Nicole Leinders" userId="997d70be-446e-4d3c-9385-112cae012b9d" providerId="ADAL" clId="{32785E5D-66B9-4F8B-B5D6-CF8C47BB4C27}" dt="2024-05-29T15:00:06.890" v="367" actId="114"/>
      <pc:docMkLst>
        <pc:docMk/>
      </pc:docMkLst>
      <pc:sldChg chg="del">
        <pc:chgData name="Nicole Leinders" userId="997d70be-446e-4d3c-9385-112cae012b9d" providerId="ADAL" clId="{32785E5D-66B9-4F8B-B5D6-CF8C47BB4C27}" dt="2024-05-29T14:52:09.812" v="235" actId="47"/>
        <pc:sldMkLst>
          <pc:docMk/>
          <pc:sldMk cId="186226341" sldId="384"/>
        </pc:sldMkLst>
      </pc:sldChg>
      <pc:sldChg chg="addSp delSp modSp mod delAnim">
        <pc:chgData name="Nicole Leinders" userId="997d70be-446e-4d3c-9385-112cae012b9d" providerId="ADAL" clId="{32785E5D-66B9-4F8B-B5D6-CF8C47BB4C27}" dt="2024-05-29T15:00:06.890" v="367" actId="114"/>
        <pc:sldMkLst>
          <pc:docMk/>
          <pc:sldMk cId="497184031" sldId="398"/>
        </pc:sldMkLst>
        <pc:spChg chg="del mod">
          <ac:chgData name="Nicole Leinders" userId="997d70be-446e-4d3c-9385-112cae012b9d" providerId="ADAL" clId="{32785E5D-66B9-4F8B-B5D6-CF8C47BB4C27}" dt="2024-05-29T14:51:58.139" v="231"/>
          <ac:spMkLst>
            <pc:docMk/>
            <pc:sldMk cId="497184031" sldId="398"/>
            <ac:spMk id="2" creationId="{CB6784F9-F5F9-99B5-7A24-37202D6CC59D}"/>
          </ac:spMkLst>
        </pc:spChg>
        <pc:spChg chg="add del">
          <ac:chgData name="Nicole Leinders" userId="997d70be-446e-4d3c-9385-112cae012b9d" providerId="ADAL" clId="{32785E5D-66B9-4F8B-B5D6-CF8C47BB4C27}" dt="2024-05-29T14:58:45.182" v="345" actId="26606"/>
          <ac:spMkLst>
            <pc:docMk/>
            <pc:sldMk cId="497184031" sldId="398"/>
            <ac:spMk id="11" creationId="{86FF76B9-219D-4469-AF87-0236D29032F1}"/>
          </ac:spMkLst>
        </pc:spChg>
        <pc:spChg chg="add del">
          <ac:chgData name="Nicole Leinders" userId="997d70be-446e-4d3c-9385-112cae012b9d" providerId="ADAL" clId="{32785E5D-66B9-4F8B-B5D6-CF8C47BB4C27}" dt="2024-05-29T14:58:45.182" v="345" actId="26606"/>
          <ac:spMkLst>
            <pc:docMk/>
            <pc:sldMk cId="497184031" sldId="398"/>
            <ac:spMk id="17" creationId="{2E80C965-DB6D-4F81-9E9E-B027384D0BD6}"/>
          </ac:spMkLst>
        </pc:spChg>
        <pc:spChg chg="add del">
          <ac:chgData name="Nicole Leinders" userId="997d70be-446e-4d3c-9385-112cae012b9d" providerId="ADAL" clId="{32785E5D-66B9-4F8B-B5D6-CF8C47BB4C27}" dt="2024-05-29T14:58:45.182" v="345" actId="26606"/>
          <ac:spMkLst>
            <pc:docMk/>
            <pc:sldMk cId="497184031" sldId="398"/>
            <ac:spMk id="19" creationId="{633C5E46-DAC5-4661-9C87-22B08E2A512F}"/>
          </ac:spMkLst>
        </pc:spChg>
        <pc:grpChg chg="add del">
          <ac:chgData name="Nicole Leinders" userId="997d70be-446e-4d3c-9385-112cae012b9d" providerId="ADAL" clId="{32785E5D-66B9-4F8B-B5D6-CF8C47BB4C27}" dt="2024-05-29T14:58:45.182" v="345" actId="26606"/>
          <ac:grpSpMkLst>
            <pc:docMk/>
            <pc:sldMk cId="497184031" sldId="398"/>
            <ac:grpSpMk id="13" creationId="{DB88BD78-87E1-424D-B479-C37D8E41B12E}"/>
          </ac:grpSpMkLst>
        </pc:grpChg>
        <pc:graphicFrameChg chg="add mod">
          <ac:chgData name="Nicole Leinders" userId="997d70be-446e-4d3c-9385-112cae012b9d" providerId="ADAL" clId="{32785E5D-66B9-4F8B-B5D6-CF8C47BB4C27}" dt="2024-05-29T14:56:35.052" v="316"/>
          <ac:graphicFrameMkLst>
            <pc:docMk/>
            <pc:sldMk cId="497184031" sldId="398"/>
            <ac:graphicFrameMk id="3" creationId="{21FF8EC9-A900-8A59-889F-5BE3352C831F}"/>
          </ac:graphicFrameMkLst>
        </pc:graphicFrameChg>
        <pc:graphicFrameChg chg="add mod">
          <ac:chgData name="Nicole Leinders" userId="997d70be-446e-4d3c-9385-112cae012b9d" providerId="ADAL" clId="{32785E5D-66B9-4F8B-B5D6-CF8C47BB4C27}" dt="2024-05-29T14:56:38.964" v="317"/>
          <ac:graphicFrameMkLst>
            <pc:docMk/>
            <pc:sldMk cId="497184031" sldId="398"/>
            <ac:graphicFrameMk id="4" creationId="{27649825-8805-6C39-8030-873ED0737287}"/>
          </ac:graphicFrameMkLst>
        </pc:graphicFrameChg>
        <pc:graphicFrameChg chg="add del mod">
          <ac:chgData name="Nicole Leinders" userId="997d70be-446e-4d3c-9385-112cae012b9d" providerId="ADAL" clId="{32785E5D-66B9-4F8B-B5D6-CF8C47BB4C27}" dt="2024-05-29T14:58:31.503" v="342" actId="478"/>
          <ac:graphicFrameMkLst>
            <pc:docMk/>
            <pc:sldMk cId="497184031" sldId="398"/>
            <ac:graphicFrameMk id="5" creationId="{F964CEE1-0596-DD43-2123-5F6CF614922F}"/>
          </ac:graphicFrameMkLst>
        </pc:graphicFrameChg>
        <pc:graphicFrameChg chg="add mod modGraphic">
          <ac:chgData name="Nicole Leinders" userId="997d70be-446e-4d3c-9385-112cae012b9d" providerId="ADAL" clId="{32785E5D-66B9-4F8B-B5D6-CF8C47BB4C27}" dt="2024-05-29T15:00:06.890" v="367" actId="114"/>
          <ac:graphicFrameMkLst>
            <pc:docMk/>
            <pc:sldMk cId="497184031" sldId="398"/>
            <ac:graphicFrameMk id="6" creationId="{1F2960EB-9C8A-72CF-1E75-079AF8CB096A}"/>
          </ac:graphicFrameMkLst>
        </pc:graphicFrameChg>
        <pc:picChg chg="del">
          <ac:chgData name="Nicole Leinders" userId="997d70be-446e-4d3c-9385-112cae012b9d" providerId="ADAL" clId="{32785E5D-66B9-4F8B-B5D6-CF8C47BB4C27}" dt="2024-05-29T14:51:55.450" v="228" actId="478"/>
          <ac:picMkLst>
            <pc:docMk/>
            <pc:sldMk cId="497184031" sldId="398"/>
            <ac:picMk id="7" creationId="{DE294248-F9C9-F103-0395-61C5E62F4580}"/>
          </ac:picMkLst>
        </pc:picChg>
      </pc:sldChg>
      <pc:sldChg chg="del">
        <pc:chgData name="Nicole Leinders" userId="997d70be-446e-4d3c-9385-112cae012b9d" providerId="ADAL" clId="{32785E5D-66B9-4F8B-B5D6-CF8C47BB4C27}" dt="2024-05-29T14:52:58.746" v="243" actId="47"/>
        <pc:sldMkLst>
          <pc:docMk/>
          <pc:sldMk cId="596586610" sldId="403"/>
        </pc:sldMkLst>
      </pc:sldChg>
      <pc:sldChg chg="del">
        <pc:chgData name="Nicole Leinders" userId="997d70be-446e-4d3c-9385-112cae012b9d" providerId="ADAL" clId="{32785E5D-66B9-4F8B-B5D6-CF8C47BB4C27}" dt="2024-05-29T14:53:16.287" v="264" actId="47"/>
        <pc:sldMkLst>
          <pc:docMk/>
          <pc:sldMk cId="2381284097" sldId="405"/>
        </pc:sldMkLst>
      </pc:sldChg>
      <pc:sldChg chg="del">
        <pc:chgData name="Nicole Leinders" userId="997d70be-446e-4d3c-9385-112cae012b9d" providerId="ADAL" clId="{32785E5D-66B9-4F8B-B5D6-CF8C47BB4C27}" dt="2024-05-29T14:53:15.496" v="263" actId="47"/>
        <pc:sldMkLst>
          <pc:docMk/>
          <pc:sldMk cId="2683487977" sldId="407"/>
        </pc:sldMkLst>
      </pc:sldChg>
      <pc:sldChg chg="del">
        <pc:chgData name="Nicole Leinders" userId="997d70be-446e-4d3c-9385-112cae012b9d" providerId="ADAL" clId="{32785E5D-66B9-4F8B-B5D6-CF8C47BB4C27}" dt="2024-05-29T14:53:18.872" v="267" actId="47"/>
        <pc:sldMkLst>
          <pc:docMk/>
          <pc:sldMk cId="1797333228" sldId="410"/>
        </pc:sldMkLst>
      </pc:sldChg>
      <pc:sldChg chg="del">
        <pc:chgData name="Nicole Leinders" userId="997d70be-446e-4d3c-9385-112cae012b9d" providerId="ADAL" clId="{32785E5D-66B9-4F8B-B5D6-CF8C47BB4C27}" dt="2024-05-29T14:53:17.155" v="265" actId="47"/>
        <pc:sldMkLst>
          <pc:docMk/>
          <pc:sldMk cId="352052912" sldId="411"/>
        </pc:sldMkLst>
      </pc:sldChg>
      <pc:sldChg chg="del">
        <pc:chgData name="Nicole Leinders" userId="997d70be-446e-4d3c-9385-112cae012b9d" providerId="ADAL" clId="{32785E5D-66B9-4F8B-B5D6-CF8C47BB4C27}" dt="2024-05-29T14:53:21.179" v="270" actId="47"/>
        <pc:sldMkLst>
          <pc:docMk/>
          <pc:sldMk cId="3534786226" sldId="412"/>
        </pc:sldMkLst>
      </pc:sldChg>
      <pc:sldChg chg="del">
        <pc:chgData name="Nicole Leinders" userId="997d70be-446e-4d3c-9385-112cae012b9d" providerId="ADAL" clId="{32785E5D-66B9-4F8B-B5D6-CF8C47BB4C27}" dt="2024-05-29T14:53:17.978" v="266" actId="47"/>
        <pc:sldMkLst>
          <pc:docMk/>
          <pc:sldMk cId="53213305" sldId="413"/>
        </pc:sldMkLst>
      </pc:sldChg>
      <pc:sldChg chg="del">
        <pc:chgData name="Nicole Leinders" userId="997d70be-446e-4d3c-9385-112cae012b9d" providerId="ADAL" clId="{32785E5D-66B9-4F8B-B5D6-CF8C47BB4C27}" dt="2024-05-29T14:52:22.375" v="240" actId="47"/>
        <pc:sldMkLst>
          <pc:docMk/>
          <pc:sldMk cId="1246325694" sldId="414"/>
        </pc:sldMkLst>
      </pc:sldChg>
      <pc:sldChg chg="addSp delSp modSp mod setBg">
        <pc:chgData name="Nicole Leinders" userId="997d70be-446e-4d3c-9385-112cae012b9d" providerId="ADAL" clId="{32785E5D-66B9-4F8B-B5D6-CF8C47BB4C27}" dt="2024-05-29T14:54:58.327" v="304"/>
        <pc:sldMkLst>
          <pc:docMk/>
          <pc:sldMk cId="665893001" sldId="419"/>
        </pc:sldMkLst>
        <pc:spChg chg="add del">
          <ac:chgData name="Nicole Leinders" userId="997d70be-446e-4d3c-9385-112cae012b9d" providerId="ADAL" clId="{32785E5D-66B9-4F8B-B5D6-CF8C47BB4C27}" dt="2024-05-29T14:54:23.972" v="284" actId="26606"/>
          <ac:spMkLst>
            <pc:docMk/>
            <pc:sldMk cId="665893001" sldId="419"/>
            <ac:spMk id="4" creationId="{F3060C83-F051-4F0E-ABAD-AA0DFC48B218}"/>
          </ac:spMkLst>
        </pc:spChg>
        <pc:spChg chg="add del">
          <ac:chgData name="Nicole Leinders" userId="997d70be-446e-4d3c-9385-112cae012b9d" providerId="ADAL" clId="{32785E5D-66B9-4F8B-B5D6-CF8C47BB4C27}" dt="2024-05-29T14:54:23.972" v="284" actId="26606"/>
          <ac:spMkLst>
            <pc:docMk/>
            <pc:sldMk cId="665893001" sldId="419"/>
            <ac:spMk id="5" creationId="{83C98ABE-055B-441F-B07E-44F97F083C39}"/>
          </ac:spMkLst>
        </pc:spChg>
        <pc:spChg chg="del">
          <ac:chgData name="Nicole Leinders" userId="997d70be-446e-4d3c-9385-112cae012b9d" providerId="ADAL" clId="{32785E5D-66B9-4F8B-B5D6-CF8C47BB4C27}" dt="2024-05-29T14:51:44.843" v="221" actId="478"/>
          <ac:spMkLst>
            <pc:docMk/>
            <pc:sldMk cId="665893001" sldId="419"/>
            <ac:spMk id="6" creationId="{2637B213-42DC-2D94-F697-6FA04A269504}"/>
          </ac:spMkLst>
        </pc:spChg>
        <pc:spChg chg="del">
          <ac:chgData name="Nicole Leinders" userId="997d70be-446e-4d3c-9385-112cae012b9d" providerId="ADAL" clId="{32785E5D-66B9-4F8B-B5D6-CF8C47BB4C27}" dt="2024-05-29T14:51:47.120" v="222" actId="478"/>
          <ac:spMkLst>
            <pc:docMk/>
            <pc:sldMk cId="665893001" sldId="419"/>
            <ac:spMk id="7" creationId="{A74D8413-9F97-3D13-8F65-E3C46B1F8804}"/>
          </ac:spMkLst>
        </pc:spChg>
        <pc:spChg chg="del">
          <ac:chgData name="Nicole Leinders" userId="997d70be-446e-4d3c-9385-112cae012b9d" providerId="ADAL" clId="{32785E5D-66B9-4F8B-B5D6-CF8C47BB4C27}" dt="2024-05-29T14:51:49.042" v="223" actId="478"/>
          <ac:spMkLst>
            <pc:docMk/>
            <pc:sldMk cId="665893001" sldId="419"/>
            <ac:spMk id="8" creationId="{62C5BB57-2082-6FA7-A3FB-9D7815779EA0}"/>
          </ac:spMkLst>
        </pc:spChg>
        <pc:spChg chg="del">
          <ac:chgData name="Nicole Leinders" userId="997d70be-446e-4d3c-9385-112cae012b9d" providerId="ADAL" clId="{32785E5D-66B9-4F8B-B5D6-CF8C47BB4C27}" dt="2024-05-29T14:51:50.389" v="224" actId="478"/>
          <ac:spMkLst>
            <pc:docMk/>
            <pc:sldMk cId="665893001" sldId="419"/>
            <ac:spMk id="9" creationId="{5C5E9202-A69A-88AE-30EE-2407D6761916}"/>
          </ac:spMkLst>
        </pc:spChg>
        <pc:spChg chg="del">
          <ac:chgData name="Nicole Leinders" userId="997d70be-446e-4d3c-9385-112cae012b9d" providerId="ADAL" clId="{32785E5D-66B9-4F8B-B5D6-CF8C47BB4C27}" dt="2024-05-29T14:51:51.795" v="225" actId="478"/>
          <ac:spMkLst>
            <pc:docMk/>
            <pc:sldMk cId="665893001" sldId="419"/>
            <ac:spMk id="10" creationId="{48059AD0-0C90-ED8C-4A5E-0784DC570B54}"/>
          </ac:spMkLst>
        </pc:spChg>
        <pc:spChg chg="del">
          <ac:chgData name="Nicole Leinders" userId="997d70be-446e-4d3c-9385-112cae012b9d" providerId="ADAL" clId="{32785E5D-66B9-4F8B-B5D6-CF8C47BB4C27}" dt="2024-05-29T14:51:53.144" v="226" actId="478"/>
          <ac:spMkLst>
            <pc:docMk/>
            <pc:sldMk cId="665893001" sldId="419"/>
            <ac:spMk id="11" creationId="{AD4E1270-29E7-D9F9-7EA4-8A565B6E531D}"/>
          </ac:spMkLst>
        </pc:spChg>
        <pc:spChg chg="add del">
          <ac:chgData name="Nicole Leinders" userId="997d70be-446e-4d3c-9385-112cae012b9d" providerId="ADAL" clId="{32785E5D-66B9-4F8B-B5D6-CF8C47BB4C27}" dt="2024-05-29T14:54:23.972" v="284" actId="26606"/>
          <ac:spMkLst>
            <pc:docMk/>
            <pc:sldMk cId="665893001" sldId="419"/>
            <ac:spMk id="12" creationId="{29FDB030-9B49-4CED-8CCD-4D99382388AC}"/>
          </ac:spMkLst>
        </pc:spChg>
        <pc:spChg chg="add del">
          <ac:chgData name="Nicole Leinders" userId="997d70be-446e-4d3c-9385-112cae012b9d" providerId="ADAL" clId="{32785E5D-66B9-4F8B-B5D6-CF8C47BB4C27}" dt="2024-05-29T14:54:23.972" v="284" actId="26606"/>
          <ac:spMkLst>
            <pc:docMk/>
            <pc:sldMk cId="665893001" sldId="419"/>
            <ac:spMk id="14" creationId="{3783CA14-24A1-485C-8B30-D6A5D87987AD}"/>
          </ac:spMkLst>
        </pc:spChg>
        <pc:spChg chg="add del">
          <ac:chgData name="Nicole Leinders" userId="997d70be-446e-4d3c-9385-112cae012b9d" providerId="ADAL" clId="{32785E5D-66B9-4F8B-B5D6-CF8C47BB4C27}" dt="2024-05-29T14:54:23.972" v="284" actId="26606"/>
          <ac:spMkLst>
            <pc:docMk/>
            <pc:sldMk cId="665893001" sldId="419"/>
            <ac:spMk id="15" creationId="{9A97C86A-04D6-40F7-AE84-31AB43E6A846}"/>
          </ac:spMkLst>
        </pc:spChg>
        <pc:spChg chg="add del">
          <ac:chgData name="Nicole Leinders" userId="997d70be-446e-4d3c-9385-112cae012b9d" providerId="ADAL" clId="{32785E5D-66B9-4F8B-B5D6-CF8C47BB4C27}" dt="2024-05-29T14:54:23.972" v="284" actId="26606"/>
          <ac:spMkLst>
            <pc:docMk/>
            <pc:sldMk cId="665893001" sldId="419"/>
            <ac:spMk id="17" creationId="{FF9F2414-84E8-453E-B1F3-389FDE8192D9}"/>
          </ac:spMkLst>
        </pc:spChg>
        <pc:spChg chg="add del">
          <ac:chgData name="Nicole Leinders" userId="997d70be-446e-4d3c-9385-112cae012b9d" providerId="ADAL" clId="{32785E5D-66B9-4F8B-B5D6-CF8C47BB4C27}" dt="2024-05-29T14:54:23.972" v="284" actId="26606"/>
          <ac:spMkLst>
            <pc:docMk/>
            <pc:sldMk cId="665893001" sldId="419"/>
            <ac:spMk id="19" creationId="{3ECA69A1-7536-43AC-85EF-C7106179F5ED}"/>
          </ac:spMkLst>
        </pc:spChg>
        <pc:spChg chg="add del">
          <ac:chgData name="Nicole Leinders" userId="997d70be-446e-4d3c-9385-112cae012b9d" providerId="ADAL" clId="{32785E5D-66B9-4F8B-B5D6-CF8C47BB4C27}" dt="2024-05-29T14:54:17.809" v="280" actId="26606"/>
          <ac:spMkLst>
            <pc:docMk/>
            <pc:sldMk cId="665893001" sldId="419"/>
            <ac:spMk id="24" creationId="{B9FF99BD-075F-4761-A995-6FC574BD25EA}"/>
          </ac:spMkLst>
        </pc:spChg>
        <pc:spChg chg="add del">
          <ac:chgData name="Nicole Leinders" userId="997d70be-446e-4d3c-9385-112cae012b9d" providerId="ADAL" clId="{32785E5D-66B9-4F8B-B5D6-CF8C47BB4C27}" dt="2024-05-29T14:54:17.809" v="280" actId="26606"/>
          <ac:spMkLst>
            <pc:docMk/>
            <pc:sldMk cId="665893001" sldId="419"/>
            <ac:spMk id="26" creationId="{A7B21A54-9BA3-4EA9-B460-5A829ADD9051}"/>
          </ac:spMkLst>
        </pc:spChg>
        <pc:spChg chg="add del">
          <ac:chgData name="Nicole Leinders" userId="997d70be-446e-4d3c-9385-112cae012b9d" providerId="ADAL" clId="{32785E5D-66B9-4F8B-B5D6-CF8C47BB4C27}" dt="2024-05-29T14:54:17.809" v="280" actId="26606"/>
          <ac:spMkLst>
            <pc:docMk/>
            <pc:sldMk cId="665893001" sldId="419"/>
            <ac:spMk id="28" creationId="{6FA8F714-B9D8-488A-8CCA-E9948FF913A9}"/>
          </ac:spMkLst>
        </pc:spChg>
        <pc:spChg chg="add del">
          <ac:chgData name="Nicole Leinders" userId="997d70be-446e-4d3c-9385-112cae012b9d" providerId="ADAL" clId="{32785E5D-66B9-4F8B-B5D6-CF8C47BB4C27}" dt="2024-05-29T14:54:23.535" v="283" actId="26606"/>
          <ac:spMkLst>
            <pc:docMk/>
            <pc:sldMk cId="665893001" sldId="419"/>
            <ac:spMk id="30" creationId="{69D184B2-2226-4E31-BCCB-444330767440}"/>
          </ac:spMkLst>
        </pc:spChg>
        <pc:spChg chg="add del">
          <ac:chgData name="Nicole Leinders" userId="997d70be-446e-4d3c-9385-112cae012b9d" providerId="ADAL" clId="{32785E5D-66B9-4F8B-B5D6-CF8C47BB4C27}" dt="2024-05-29T14:54:23.535" v="283" actId="26606"/>
          <ac:spMkLst>
            <pc:docMk/>
            <pc:sldMk cId="665893001" sldId="419"/>
            <ac:spMk id="31" creationId="{1AC4D4E3-486A-464A-8EC8-D44881097267}"/>
          </ac:spMkLst>
        </pc:spChg>
        <pc:spChg chg="add del">
          <ac:chgData name="Nicole Leinders" userId="997d70be-446e-4d3c-9385-112cae012b9d" providerId="ADAL" clId="{32785E5D-66B9-4F8B-B5D6-CF8C47BB4C27}" dt="2024-05-29T14:54:23.535" v="283" actId="26606"/>
          <ac:spMkLst>
            <pc:docMk/>
            <pc:sldMk cId="665893001" sldId="419"/>
            <ac:spMk id="32" creationId="{864DE13E-58EB-4475-B79C-0D4FC651239B}"/>
          </ac:spMkLst>
        </pc:spChg>
        <pc:graphicFrameChg chg="add del mod modGraphic">
          <ac:chgData name="Nicole Leinders" userId="997d70be-446e-4d3c-9385-112cae012b9d" providerId="ADAL" clId="{32785E5D-66B9-4F8B-B5D6-CF8C47BB4C27}" dt="2024-05-29T14:54:50.136" v="303" actId="478"/>
          <ac:graphicFrameMkLst>
            <pc:docMk/>
            <pc:sldMk cId="665893001" sldId="419"/>
            <ac:graphicFrameMk id="2" creationId="{829105B0-7BB6-090A-FE4E-6616DD07323B}"/>
          </ac:graphicFrameMkLst>
        </pc:graphicFrameChg>
        <pc:picChg chg="add">
          <ac:chgData name="Nicole Leinders" userId="997d70be-446e-4d3c-9385-112cae012b9d" providerId="ADAL" clId="{32785E5D-66B9-4F8B-B5D6-CF8C47BB4C27}" dt="2024-05-29T14:54:58.327" v="304"/>
          <ac:picMkLst>
            <pc:docMk/>
            <pc:sldMk cId="665893001" sldId="419"/>
            <ac:picMk id="3" creationId="{A730823E-541F-C44D-0961-08F8D651742E}"/>
          </ac:picMkLst>
        </pc:picChg>
        <pc:picChg chg="del mod">
          <ac:chgData name="Nicole Leinders" userId="997d70be-446e-4d3c-9385-112cae012b9d" providerId="ADAL" clId="{32785E5D-66B9-4F8B-B5D6-CF8C47BB4C27}" dt="2024-05-29T14:51:41.862" v="220" actId="478"/>
          <ac:picMkLst>
            <pc:docMk/>
            <pc:sldMk cId="665893001" sldId="419"/>
            <ac:picMk id="13" creationId="{AC888CC1-FA8E-DE90-0377-7758CD76C207}"/>
          </ac:picMkLst>
        </pc:picChg>
      </pc:sldChg>
      <pc:sldChg chg="del">
        <pc:chgData name="Nicole Leinders" userId="997d70be-446e-4d3c-9385-112cae012b9d" providerId="ADAL" clId="{32785E5D-66B9-4F8B-B5D6-CF8C47BB4C27}" dt="2024-05-29T14:53:20.526" v="269" actId="47"/>
        <pc:sldMkLst>
          <pc:docMk/>
          <pc:sldMk cId="297422652" sldId="420"/>
        </pc:sldMkLst>
      </pc:sldChg>
      <pc:sldChg chg="delSp del mod">
        <pc:chgData name="Nicole Leinders" userId="997d70be-446e-4d3c-9385-112cae012b9d" providerId="ADAL" clId="{32785E5D-66B9-4F8B-B5D6-CF8C47BB4C27}" dt="2024-05-29T14:58:02.663" v="334" actId="47"/>
        <pc:sldMkLst>
          <pc:docMk/>
          <pc:sldMk cId="1546887185" sldId="421"/>
        </pc:sldMkLst>
        <pc:picChg chg="del">
          <ac:chgData name="Nicole Leinders" userId="997d70be-446e-4d3c-9385-112cae012b9d" providerId="ADAL" clId="{32785E5D-66B9-4F8B-B5D6-CF8C47BB4C27}" dt="2024-05-29T14:52:18.523" v="236" actId="478"/>
          <ac:picMkLst>
            <pc:docMk/>
            <pc:sldMk cId="1546887185" sldId="421"/>
            <ac:picMk id="2" creationId="{A5AED2F6-D1D4-9DE1-B270-A8CE33351913}"/>
          </ac:picMkLst>
        </pc:picChg>
      </pc:sldChg>
      <pc:sldChg chg="del">
        <pc:chgData name="Nicole Leinders" userId="997d70be-446e-4d3c-9385-112cae012b9d" providerId="ADAL" clId="{32785E5D-66B9-4F8B-B5D6-CF8C47BB4C27}" dt="2024-05-29T14:53:19.727" v="268" actId="47"/>
        <pc:sldMkLst>
          <pc:docMk/>
          <pc:sldMk cId="4110711528" sldId="422"/>
        </pc:sldMkLst>
      </pc:sldChg>
      <pc:sldChg chg="del">
        <pc:chgData name="Nicole Leinders" userId="997d70be-446e-4d3c-9385-112cae012b9d" providerId="ADAL" clId="{32785E5D-66B9-4F8B-B5D6-CF8C47BB4C27}" dt="2024-05-29T14:51:37.654" v="217" actId="47"/>
        <pc:sldMkLst>
          <pc:docMk/>
          <pc:sldMk cId="2355899495" sldId="423"/>
        </pc:sldMkLst>
      </pc:sldChg>
      <pc:sldChg chg="del">
        <pc:chgData name="Nicole Leinders" userId="997d70be-446e-4d3c-9385-112cae012b9d" providerId="ADAL" clId="{32785E5D-66B9-4F8B-B5D6-CF8C47BB4C27}" dt="2024-05-29T14:52:25.015" v="241" actId="47"/>
        <pc:sldMkLst>
          <pc:docMk/>
          <pc:sldMk cId="534651938" sldId="426"/>
        </pc:sldMkLst>
      </pc:sldChg>
      <pc:sldChg chg="del">
        <pc:chgData name="Nicole Leinders" userId="997d70be-446e-4d3c-9385-112cae012b9d" providerId="ADAL" clId="{32785E5D-66B9-4F8B-B5D6-CF8C47BB4C27}" dt="2024-05-29T14:53:01.371" v="245" actId="47"/>
        <pc:sldMkLst>
          <pc:docMk/>
          <pc:sldMk cId="2780673945" sldId="883"/>
        </pc:sldMkLst>
      </pc:sldChg>
      <pc:sldChg chg="del">
        <pc:chgData name="Nicole Leinders" userId="997d70be-446e-4d3c-9385-112cae012b9d" providerId="ADAL" clId="{32785E5D-66B9-4F8B-B5D6-CF8C47BB4C27}" dt="2024-05-29T14:51:37.143" v="216" actId="47"/>
        <pc:sldMkLst>
          <pc:docMk/>
          <pc:sldMk cId="850139778" sldId="3785"/>
        </pc:sldMkLst>
      </pc:sldChg>
      <pc:sldChg chg="addSp modSp mod modAnim">
        <pc:chgData name="Nicole Leinders" userId="997d70be-446e-4d3c-9385-112cae012b9d" providerId="ADAL" clId="{32785E5D-66B9-4F8B-B5D6-CF8C47BB4C27}" dt="2024-05-29T14:51:29.507" v="215"/>
        <pc:sldMkLst>
          <pc:docMk/>
          <pc:sldMk cId="3555554478" sldId="3787"/>
        </pc:sldMkLst>
        <pc:spChg chg="mod">
          <ac:chgData name="Nicole Leinders" userId="997d70be-446e-4d3c-9385-112cae012b9d" providerId="ADAL" clId="{32785E5D-66B9-4F8B-B5D6-CF8C47BB4C27}" dt="2024-05-29T14:51:24.041" v="213" actId="1076"/>
          <ac:spMkLst>
            <pc:docMk/>
            <pc:sldMk cId="3555554478" sldId="3787"/>
            <ac:spMk id="2" creationId="{465046BE-F6E2-030D-954C-D6EE003258C1}"/>
          </ac:spMkLst>
        </pc:spChg>
        <pc:picChg chg="add mod">
          <ac:chgData name="Nicole Leinders" userId="997d70be-446e-4d3c-9385-112cae012b9d" providerId="ADAL" clId="{32785E5D-66B9-4F8B-B5D6-CF8C47BB4C27}" dt="2024-05-29T14:51:25.663" v="214" actId="1076"/>
          <ac:picMkLst>
            <pc:docMk/>
            <pc:sldMk cId="3555554478" sldId="3787"/>
            <ac:picMk id="1026" creationId="{19438C5D-5DFF-C7B0-0246-6954A248D987}"/>
          </ac:picMkLst>
        </pc:picChg>
      </pc:sldChg>
      <pc:sldChg chg="del">
        <pc:chgData name="Nicole Leinders" userId="997d70be-446e-4d3c-9385-112cae012b9d" providerId="ADAL" clId="{32785E5D-66B9-4F8B-B5D6-CF8C47BB4C27}" dt="2024-05-29T14:52:02.156" v="232" actId="47"/>
        <pc:sldMkLst>
          <pc:docMk/>
          <pc:sldMk cId="1244734752" sldId="3788"/>
        </pc:sldMkLst>
      </pc:sldChg>
      <pc:sldChg chg="delSp modSp del mod">
        <pc:chgData name="Nicole Leinders" userId="997d70be-446e-4d3c-9385-112cae012b9d" providerId="ADAL" clId="{32785E5D-66B9-4F8B-B5D6-CF8C47BB4C27}" dt="2024-05-29T14:58:02.076" v="333" actId="47"/>
        <pc:sldMkLst>
          <pc:docMk/>
          <pc:sldMk cId="2016570059" sldId="3789"/>
        </pc:sldMkLst>
        <pc:spChg chg="del mod">
          <ac:chgData name="Nicole Leinders" userId="997d70be-446e-4d3c-9385-112cae012b9d" providerId="ADAL" clId="{32785E5D-66B9-4F8B-B5D6-CF8C47BB4C27}" dt="2024-05-29T14:52:08.354" v="234" actId="478"/>
          <ac:spMkLst>
            <pc:docMk/>
            <pc:sldMk cId="2016570059" sldId="3789"/>
            <ac:spMk id="2" creationId="{1489B650-B3DC-3B10-50AE-58E66202DFC8}"/>
          </ac:spMkLst>
        </pc:spChg>
      </pc:sldChg>
      <pc:sldChg chg="del">
        <pc:chgData name="Nicole Leinders" userId="997d70be-446e-4d3c-9385-112cae012b9d" providerId="ADAL" clId="{32785E5D-66B9-4F8B-B5D6-CF8C47BB4C27}" dt="2024-05-29T14:52:19.626" v="237" actId="47"/>
        <pc:sldMkLst>
          <pc:docMk/>
          <pc:sldMk cId="803299232" sldId="3790"/>
        </pc:sldMkLst>
      </pc:sldChg>
      <pc:sldChg chg="del">
        <pc:chgData name="Nicole Leinders" userId="997d70be-446e-4d3c-9385-112cae012b9d" providerId="ADAL" clId="{32785E5D-66B9-4F8B-B5D6-CF8C47BB4C27}" dt="2024-05-29T14:52:20.425" v="238" actId="47"/>
        <pc:sldMkLst>
          <pc:docMk/>
          <pc:sldMk cId="1449126717" sldId="3791"/>
        </pc:sldMkLst>
      </pc:sldChg>
      <pc:sldChg chg="del">
        <pc:chgData name="Nicole Leinders" userId="997d70be-446e-4d3c-9385-112cae012b9d" providerId="ADAL" clId="{32785E5D-66B9-4F8B-B5D6-CF8C47BB4C27}" dt="2024-05-29T14:52:21.335" v="239" actId="47"/>
        <pc:sldMkLst>
          <pc:docMk/>
          <pc:sldMk cId="699128995" sldId="3792"/>
        </pc:sldMkLst>
      </pc:sldChg>
      <pc:sldChg chg="del">
        <pc:chgData name="Nicole Leinders" userId="997d70be-446e-4d3c-9385-112cae012b9d" providerId="ADAL" clId="{32785E5D-66B9-4F8B-B5D6-CF8C47BB4C27}" dt="2024-05-29T14:52:58.107" v="242" actId="47"/>
        <pc:sldMkLst>
          <pc:docMk/>
          <pc:sldMk cId="2699118784" sldId="3793"/>
        </pc:sldMkLst>
      </pc:sldChg>
      <pc:sldChg chg="modSp mod">
        <pc:chgData name="Nicole Leinders" userId="997d70be-446e-4d3c-9385-112cae012b9d" providerId="ADAL" clId="{32785E5D-66B9-4F8B-B5D6-CF8C47BB4C27}" dt="2024-05-29T14:53:13.955" v="262" actId="20577"/>
        <pc:sldMkLst>
          <pc:docMk/>
          <pc:sldMk cId="3025360309" sldId="3796"/>
        </pc:sldMkLst>
        <pc:spChg chg="mod">
          <ac:chgData name="Nicole Leinders" userId="997d70be-446e-4d3c-9385-112cae012b9d" providerId="ADAL" clId="{32785E5D-66B9-4F8B-B5D6-CF8C47BB4C27}" dt="2024-05-29T14:53:13.955" v="262" actId="20577"/>
          <ac:spMkLst>
            <pc:docMk/>
            <pc:sldMk cId="3025360309" sldId="3796"/>
            <ac:spMk id="6" creationId="{B10A0CE9-63A5-73A1-5CD4-53F80257564F}"/>
          </ac:spMkLst>
        </pc:spChg>
      </pc:sldChg>
      <pc:sldChg chg="addSp delSp modSp mod modAnim">
        <pc:chgData name="Nicole Leinders" userId="997d70be-446e-4d3c-9385-112cae012b9d" providerId="ADAL" clId="{32785E5D-66B9-4F8B-B5D6-CF8C47BB4C27}" dt="2024-05-29T14:54:48.106" v="302"/>
        <pc:sldMkLst>
          <pc:docMk/>
          <pc:sldMk cId="899850165" sldId="3798"/>
        </pc:sldMkLst>
        <pc:spChg chg="add mod">
          <ac:chgData name="Nicole Leinders" userId="997d70be-446e-4d3c-9385-112cae012b9d" providerId="ADAL" clId="{32785E5D-66B9-4F8B-B5D6-CF8C47BB4C27}" dt="2024-05-29T14:53:38.685" v="274"/>
          <ac:spMkLst>
            <pc:docMk/>
            <pc:sldMk cId="899850165" sldId="3798"/>
            <ac:spMk id="2" creationId="{907A1C27-E000-F24A-FC99-B2E7E0DF3B31}"/>
          </ac:spMkLst>
        </pc:spChg>
        <pc:spChg chg="add mod">
          <ac:chgData name="Nicole Leinders" userId="997d70be-446e-4d3c-9385-112cae012b9d" providerId="ADAL" clId="{32785E5D-66B9-4F8B-B5D6-CF8C47BB4C27}" dt="2024-05-29T14:46:38.002" v="56" actId="403"/>
          <ac:spMkLst>
            <pc:docMk/>
            <pc:sldMk cId="899850165" sldId="3798"/>
            <ac:spMk id="3" creationId="{8D6797BE-49E9-B393-33CA-0CE8102BAD10}"/>
          </ac:spMkLst>
        </pc:spChg>
        <pc:spChg chg="del mod">
          <ac:chgData name="Nicole Leinders" userId="997d70be-446e-4d3c-9385-112cae012b9d" providerId="ADAL" clId="{32785E5D-66B9-4F8B-B5D6-CF8C47BB4C27}" dt="2024-05-29T14:46:28.289" v="50"/>
          <ac:spMkLst>
            <pc:docMk/>
            <pc:sldMk cId="899850165" sldId="3798"/>
            <ac:spMk id="29" creationId="{769D23EE-76EC-3826-4FFB-E37451D0F01B}"/>
          </ac:spMkLst>
        </pc:spChg>
        <pc:spChg chg="mod">
          <ac:chgData name="Nicole Leinders" userId="997d70be-446e-4d3c-9385-112cae012b9d" providerId="ADAL" clId="{32785E5D-66B9-4F8B-B5D6-CF8C47BB4C27}" dt="2024-05-29T14:45:46.834" v="31" actId="1076"/>
          <ac:spMkLst>
            <pc:docMk/>
            <pc:sldMk cId="899850165" sldId="3798"/>
            <ac:spMk id="31" creationId="{AEABE21E-E5C0-F206-DA3E-FB4B4C89CA63}"/>
          </ac:spMkLst>
        </pc:spChg>
        <pc:spChg chg="del">
          <ac:chgData name="Nicole Leinders" userId="997d70be-446e-4d3c-9385-112cae012b9d" providerId="ADAL" clId="{32785E5D-66B9-4F8B-B5D6-CF8C47BB4C27}" dt="2024-05-29T14:45:58.180" v="35" actId="478"/>
          <ac:spMkLst>
            <pc:docMk/>
            <pc:sldMk cId="899850165" sldId="3798"/>
            <ac:spMk id="32" creationId="{FD72537A-33A2-A837-1F79-3B738959954C}"/>
          </ac:spMkLst>
        </pc:spChg>
        <pc:spChg chg="del">
          <ac:chgData name="Nicole Leinders" userId="997d70be-446e-4d3c-9385-112cae012b9d" providerId="ADAL" clId="{32785E5D-66B9-4F8B-B5D6-CF8C47BB4C27}" dt="2024-05-29T14:45:42.651" v="29" actId="478"/>
          <ac:spMkLst>
            <pc:docMk/>
            <pc:sldMk cId="899850165" sldId="3798"/>
            <ac:spMk id="41" creationId="{BFF11643-2570-2639-7FCE-2CA221A4AB38}"/>
          </ac:spMkLst>
        </pc:spChg>
        <pc:picChg chg="del mod">
          <ac:chgData name="Nicole Leinders" userId="997d70be-446e-4d3c-9385-112cae012b9d" providerId="ADAL" clId="{32785E5D-66B9-4F8B-B5D6-CF8C47BB4C27}" dt="2024-05-29T14:45:48.846" v="34" actId="478"/>
          <ac:picMkLst>
            <pc:docMk/>
            <pc:sldMk cId="899850165" sldId="3798"/>
            <ac:picMk id="40" creationId="{C242C44B-4A7B-2C05-7530-2F035F279B46}"/>
          </ac:picMkLst>
        </pc:picChg>
        <pc:picChg chg="add del mod">
          <ac:chgData name="Nicole Leinders" userId="997d70be-446e-4d3c-9385-112cae012b9d" providerId="ADAL" clId="{32785E5D-66B9-4F8B-B5D6-CF8C47BB4C27}" dt="2024-05-29T14:51:09.279" v="207" actId="21"/>
          <ac:picMkLst>
            <pc:docMk/>
            <pc:sldMk cId="899850165" sldId="3798"/>
            <ac:picMk id="1026" creationId="{19438C5D-5DFF-C7B0-0246-6954A248D987}"/>
          </ac:picMkLst>
        </pc:picChg>
      </pc:sldChg>
      <pc:sldChg chg="addSp delSp modSp add mod">
        <pc:chgData name="Nicole Leinders" userId="997d70be-446e-4d3c-9385-112cae012b9d" providerId="ADAL" clId="{32785E5D-66B9-4F8B-B5D6-CF8C47BB4C27}" dt="2024-05-29T14:55:26.249" v="311"/>
        <pc:sldMkLst>
          <pc:docMk/>
          <pc:sldMk cId="89155122" sldId="3799"/>
        </pc:sldMkLst>
        <pc:graphicFrameChg chg="add del mod">
          <ac:chgData name="Nicole Leinders" userId="997d70be-446e-4d3c-9385-112cae012b9d" providerId="ADAL" clId="{32785E5D-66B9-4F8B-B5D6-CF8C47BB4C27}" dt="2024-05-29T14:55:23.275" v="310" actId="478"/>
          <ac:graphicFrameMkLst>
            <pc:docMk/>
            <pc:sldMk cId="89155122" sldId="3799"/>
            <ac:graphicFrameMk id="2" creationId="{1D7FD3F9-488C-B137-F600-16D2726674ED}"/>
          </ac:graphicFrameMkLst>
        </pc:graphicFrameChg>
        <pc:graphicFrameChg chg="add mod">
          <ac:chgData name="Nicole Leinders" userId="997d70be-446e-4d3c-9385-112cae012b9d" providerId="ADAL" clId="{32785E5D-66B9-4F8B-B5D6-CF8C47BB4C27}" dt="2024-05-29T14:55:26.249" v="311"/>
          <ac:graphicFrameMkLst>
            <pc:docMk/>
            <pc:sldMk cId="89155122" sldId="3799"/>
            <ac:graphicFrameMk id="4" creationId="{24DF6FA7-4FEC-614E-FC0A-6FC4AB0E05B4}"/>
          </ac:graphicFrameMkLst>
        </pc:graphicFrameChg>
        <pc:picChg chg="del">
          <ac:chgData name="Nicole Leinders" userId="997d70be-446e-4d3c-9385-112cae012b9d" providerId="ADAL" clId="{32785E5D-66B9-4F8B-B5D6-CF8C47BB4C27}" dt="2024-05-29T14:55:10.384" v="307" actId="478"/>
          <ac:picMkLst>
            <pc:docMk/>
            <pc:sldMk cId="89155122" sldId="3799"/>
            <ac:picMk id="3" creationId="{A730823E-541F-C44D-0961-08F8D651742E}"/>
          </ac:picMkLst>
        </pc:picChg>
      </pc:sldChg>
      <pc:sldChg chg="del">
        <pc:chgData name="Nicole Leinders" userId="997d70be-446e-4d3c-9385-112cae012b9d" providerId="ADAL" clId="{32785E5D-66B9-4F8B-B5D6-CF8C47BB4C27}" dt="2024-05-29T14:53:02.312" v="246" actId="47"/>
        <pc:sldMkLst>
          <pc:docMk/>
          <pc:sldMk cId="4179105640" sldId="3799"/>
        </pc:sldMkLst>
      </pc:sldChg>
      <pc:sldChg chg="del">
        <pc:chgData name="Nicole Leinders" userId="997d70be-446e-4d3c-9385-112cae012b9d" providerId="ADAL" clId="{32785E5D-66B9-4F8B-B5D6-CF8C47BB4C27}" dt="2024-05-29T14:51:53.831" v="227" actId="47"/>
        <pc:sldMkLst>
          <pc:docMk/>
          <pc:sldMk cId="523944606" sldId="3800"/>
        </pc:sldMkLst>
      </pc:sldChg>
      <pc:sldChg chg="addSp delSp modSp add mod">
        <pc:chgData name="Nicole Leinders" userId="997d70be-446e-4d3c-9385-112cae012b9d" providerId="ADAL" clId="{32785E5D-66B9-4F8B-B5D6-CF8C47BB4C27}" dt="2024-05-29T14:55:37.308" v="312"/>
        <pc:sldMkLst>
          <pc:docMk/>
          <pc:sldMk cId="1910575286" sldId="3800"/>
        </pc:sldMkLst>
        <pc:graphicFrameChg chg="add mod">
          <ac:chgData name="Nicole Leinders" userId="997d70be-446e-4d3c-9385-112cae012b9d" providerId="ADAL" clId="{32785E5D-66B9-4F8B-B5D6-CF8C47BB4C27}" dt="2024-05-29T14:55:37.308" v="312"/>
          <ac:graphicFrameMkLst>
            <pc:docMk/>
            <pc:sldMk cId="1910575286" sldId="3800"/>
            <ac:graphicFrameMk id="2" creationId="{E9417620-4F92-108B-168E-4A47C5C954D6}"/>
          </ac:graphicFrameMkLst>
        </pc:graphicFrameChg>
        <pc:picChg chg="del">
          <ac:chgData name="Nicole Leinders" userId="997d70be-446e-4d3c-9385-112cae012b9d" providerId="ADAL" clId="{32785E5D-66B9-4F8B-B5D6-CF8C47BB4C27}" dt="2024-05-29T14:55:11.987" v="308" actId="478"/>
          <ac:picMkLst>
            <pc:docMk/>
            <pc:sldMk cId="1910575286" sldId="3800"/>
            <ac:picMk id="3" creationId="{A730823E-541F-C44D-0961-08F8D651742E}"/>
          </ac:picMkLst>
        </pc:picChg>
      </pc:sldChg>
      <pc:sldChg chg="addSp delSp modSp add mod">
        <pc:chgData name="Nicole Leinders" userId="997d70be-446e-4d3c-9385-112cae012b9d" providerId="ADAL" clId="{32785E5D-66B9-4F8B-B5D6-CF8C47BB4C27}" dt="2024-05-29T14:55:51.615" v="315"/>
        <pc:sldMkLst>
          <pc:docMk/>
          <pc:sldMk cId="973769318" sldId="3801"/>
        </pc:sldMkLst>
        <pc:graphicFrameChg chg="del">
          <ac:chgData name="Nicole Leinders" userId="997d70be-446e-4d3c-9385-112cae012b9d" providerId="ADAL" clId="{32785E5D-66B9-4F8B-B5D6-CF8C47BB4C27}" dt="2024-05-29T14:55:49.935" v="314" actId="478"/>
          <ac:graphicFrameMkLst>
            <pc:docMk/>
            <pc:sldMk cId="973769318" sldId="3801"/>
            <ac:graphicFrameMk id="2" creationId="{E9417620-4F92-108B-168E-4A47C5C954D6}"/>
          </ac:graphicFrameMkLst>
        </pc:graphicFrameChg>
        <pc:graphicFrameChg chg="add mod">
          <ac:chgData name="Nicole Leinders" userId="997d70be-446e-4d3c-9385-112cae012b9d" providerId="ADAL" clId="{32785E5D-66B9-4F8B-B5D6-CF8C47BB4C27}" dt="2024-05-29T14:55:51.615" v="315"/>
          <ac:graphicFrameMkLst>
            <pc:docMk/>
            <pc:sldMk cId="973769318" sldId="3801"/>
            <ac:graphicFrameMk id="3" creationId="{8093F60C-69B7-BF7C-C87D-D89B2D47AEC0}"/>
          </ac:graphicFrameMkLst>
        </pc:graphicFrameChg>
      </pc:sldChg>
      <pc:sldChg chg="addSp delSp modSp add mod">
        <pc:chgData name="Nicole Leinders" userId="997d70be-446e-4d3c-9385-112cae012b9d" providerId="ADAL" clId="{32785E5D-66B9-4F8B-B5D6-CF8C47BB4C27}" dt="2024-05-29T14:56:49.800" v="321"/>
        <pc:sldMkLst>
          <pc:docMk/>
          <pc:sldMk cId="1763421276" sldId="3802"/>
        </pc:sldMkLst>
        <pc:graphicFrameChg chg="add mod">
          <ac:chgData name="Nicole Leinders" userId="997d70be-446e-4d3c-9385-112cae012b9d" providerId="ADAL" clId="{32785E5D-66B9-4F8B-B5D6-CF8C47BB4C27}" dt="2024-05-29T14:56:46.846" v="320"/>
          <ac:graphicFrameMkLst>
            <pc:docMk/>
            <pc:sldMk cId="1763421276" sldId="3802"/>
            <ac:graphicFrameMk id="2" creationId="{F37E1433-E879-ECA4-4C2B-A4E6EE2774C9}"/>
          </ac:graphicFrameMkLst>
        </pc:graphicFrameChg>
        <pc:graphicFrameChg chg="del">
          <ac:chgData name="Nicole Leinders" userId="997d70be-446e-4d3c-9385-112cae012b9d" providerId="ADAL" clId="{32785E5D-66B9-4F8B-B5D6-CF8C47BB4C27}" dt="2024-05-29T14:56:46.402" v="319" actId="478"/>
          <ac:graphicFrameMkLst>
            <pc:docMk/>
            <pc:sldMk cId="1763421276" sldId="3802"/>
            <ac:graphicFrameMk id="3" creationId="{8093F60C-69B7-BF7C-C87D-D89B2D47AEC0}"/>
          </ac:graphicFrameMkLst>
        </pc:graphicFrameChg>
        <pc:graphicFrameChg chg="add mod">
          <ac:chgData name="Nicole Leinders" userId="997d70be-446e-4d3c-9385-112cae012b9d" providerId="ADAL" clId="{32785E5D-66B9-4F8B-B5D6-CF8C47BB4C27}" dt="2024-05-29T14:56:49.800" v="321"/>
          <ac:graphicFrameMkLst>
            <pc:docMk/>
            <pc:sldMk cId="1763421276" sldId="3802"/>
            <ac:graphicFrameMk id="4" creationId="{76933AFA-831C-D7AB-6F54-67D09EF61C8F}"/>
          </ac:graphicFrameMkLst>
        </pc:graphicFrameChg>
      </pc:sldChg>
      <pc:sldChg chg="addSp delSp modSp add mod">
        <pc:chgData name="Nicole Leinders" userId="997d70be-446e-4d3c-9385-112cae012b9d" providerId="ADAL" clId="{32785E5D-66B9-4F8B-B5D6-CF8C47BB4C27}" dt="2024-05-29T14:57:05.431" v="324"/>
        <pc:sldMkLst>
          <pc:docMk/>
          <pc:sldMk cId="2131857507" sldId="3803"/>
        </pc:sldMkLst>
        <pc:graphicFrameChg chg="add mod">
          <ac:chgData name="Nicole Leinders" userId="997d70be-446e-4d3c-9385-112cae012b9d" providerId="ADAL" clId="{32785E5D-66B9-4F8B-B5D6-CF8C47BB4C27}" dt="2024-05-29T14:57:05.431" v="324"/>
          <ac:graphicFrameMkLst>
            <pc:docMk/>
            <pc:sldMk cId="2131857507" sldId="3803"/>
            <ac:graphicFrameMk id="2" creationId="{EBBB4712-FE37-06F5-2C8B-D1B67BEB3C39}"/>
          </ac:graphicFrameMkLst>
        </pc:graphicFrameChg>
        <pc:graphicFrameChg chg="del">
          <ac:chgData name="Nicole Leinders" userId="997d70be-446e-4d3c-9385-112cae012b9d" providerId="ADAL" clId="{32785E5D-66B9-4F8B-B5D6-CF8C47BB4C27}" dt="2024-05-29T14:57:03.995" v="323" actId="478"/>
          <ac:graphicFrameMkLst>
            <pc:docMk/>
            <pc:sldMk cId="2131857507" sldId="3803"/>
            <ac:graphicFrameMk id="4" creationId="{76933AFA-831C-D7AB-6F54-67D09EF61C8F}"/>
          </ac:graphicFrameMkLst>
        </pc:graphicFrameChg>
      </pc:sldChg>
      <pc:sldChg chg="addSp delSp modSp add mod">
        <pc:chgData name="Nicole Leinders" userId="997d70be-446e-4d3c-9385-112cae012b9d" providerId="ADAL" clId="{32785E5D-66B9-4F8B-B5D6-CF8C47BB4C27}" dt="2024-05-29T15:00:02.514" v="366" actId="114"/>
        <pc:sldMkLst>
          <pc:docMk/>
          <pc:sldMk cId="2562691906" sldId="3804"/>
        </pc:sldMkLst>
        <pc:graphicFrameChg chg="add mod modGraphic">
          <ac:chgData name="Nicole Leinders" userId="997d70be-446e-4d3c-9385-112cae012b9d" providerId="ADAL" clId="{32785E5D-66B9-4F8B-B5D6-CF8C47BB4C27}" dt="2024-05-29T15:00:02.514" v="366" actId="114"/>
          <ac:graphicFrameMkLst>
            <pc:docMk/>
            <pc:sldMk cId="2562691906" sldId="3804"/>
            <ac:graphicFrameMk id="2" creationId="{4165C95D-9E75-3A1B-92AB-62B5E51CF135}"/>
          </ac:graphicFrameMkLst>
        </pc:graphicFrameChg>
        <pc:graphicFrameChg chg="del">
          <ac:chgData name="Nicole Leinders" userId="997d70be-446e-4d3c-9385-112cae012b9d" providerId="ADAL" clId="{32785E5D-66B9-4F8B-B5D6-CF8C47BB4C27}" dt="2024-05-29T14:58:11.590" v="336" actId="478"/>
          <ac:graphicFrameMkLst>
            <pc:docMk/>
            <pc:sldMk cId="2562691906" sldId="3804"/>
            <ac:graphicFrameMk id="5" creationId="{F964CEE1-0596-DD43-2123-5F6CF614922F}"/>
          </ac:graphicFrameMkLst>
        </pc:graphicFrameChg>
      </pc:sldChg>
      <pc:sldChg chg="del">
        <pc:chgData name="Nicole Leinders" userId="997d70be-446e-4d3c-9385-112cae012b9d" providerId="ADAL" clId="{32785E5D-66B9-4F8B-B5D6-CF8C47BB4C27}" dt="2024-05-29T14:51:39.028" v="218" actId="47"/>
        <pc:sldMkLst>
          <pc:docMk/>
          <pc:sldMk cId="3112930114" sldId="3807"/>
        </pc:sldMkLst>
      </pc:sldChg>
      <pc:sldChg chg="del">
        <pc:chgData name="Nicole Leinders" userId="997d70be-446e-4d3c-9385-112cae012b9d" providerId="ADAL" clId="{32785E5D-66B9-4F8B-B5D6-CF8C47BB4C27}" dt="2024-05-29T14:52:59.727" v="244" actId="47"/>
        <pc:sldMkLst>
          <pc:docMk/>
          <pc:sldMk cId="4174007823" sldId="4773"/>
        </pc:sldMkLst>
      </pc:sldChg>
      <pc:sldMasterChg chg="delSldLayout">
        <pc:chgData name="Nicole Leinders" userId="997d70be-446e-4d3c-9385-112cae012b9d" providerId="ADAL" clId="{32785E5D-66B9-4F8B-B5D6-CF8C47BB4C27}" dt="2024-05-29T14:52:59.727" v="244" actId="47"/>
        <pc:sldMasterMkLst>
          <pc:docMk/>
          <pc:sldMasterMk cId="901929506" sldId="2147483697"/>
        </pc:sldMasterMkLst>
        <pc:sldLayoutChg chg="del">
          <pc:chgData name="Nicole Leinders" userId="997d70be-446e-4d3c-9385-112cae012b9d" providerId="ADAL" clId="{32785E5D-66B9-4F8B-B5D6-CF8C47BB4C27}" dt="2024-05-29T14:52:59.727" v="244" actId="47"/>
          <pc:sldLayoutMkLst>
            <pc:docMk/>
            <pc:sldMasterMk cId="901929506" sldId="2147483697"/>
            <pc:sldLayoutMk cId="2849577454" sldId="2147483855"/>
          </pc:sldLayoutMkLst>
        </pc:sldLayoutChg>
      </pc:sldMasterChg>
    </pc:docChg>
  </pc:docChgLst>
  <pc:docChgLst>
    <pc:chgData name="Nicole Leinders" userId="997d70be-446e-4d3c-9385-112cae012b9d" providerId="ADAL" clId="{146BE616-0B91-4C7E-BC71-42C133866611}"/>
    <pc:docChg chg="custSel modSld">
      <pc:chgData name="Nicole Leinders" userId="997d70be-446e-4d3c-9385-112cae012b9d" providerId="ADAL" clId="{146BE616-0B91-4C7E-BC71-42C133866611}" dt="2024-05-23T19:24:39.512" v="52" actId="20577"/>
      <pc:docMkLst>
        <pc:docMk/>
      </pc:docMkLst>
      <pc:sldChg chg="addSp delSp modSp mod">
        <pc:chgData name="Nicole Leinders" userId="997d70be-446e-4d3c-9385-112cae012b9d" providerId="ADAL" clId="{146BE616-0B91-4C7E-BC71-42C133866611}" dt="2024-05-23T19:24:39.512" v="52" actId="20577"/>
        <pc:sldMkLst>
          <pc:docMk/>
          <pc:sldMk cId="3555554478" sldId="3787"/>
        </pc:sldMkLst>
        <pc:spChg chg="mod">
          <ac:chgData name="Nicole Leinders" userId="997d70be-446e-4d3c-9385-112cae012b9d" providerId="ADAL" clId="{146BE616-0B91-4C7E-BC71-42C133866611}" dt="2024-05-23T19:24:39.512" v="52" actId="20577"/>
          <ac:spMkLst>
            <pc:docMk/>
            <pc:sldMk cId="3555554478" sldId="3787"/>
            <ac:spMk id="2" creationId="{465046BE-F6E2-030D-954C-D6EE003258C1}"/>
          </ac:spMkLst>
        </pc:spChg>
        <pc:spChg chg="add del mod">
          <ac:chgData name="Nicole Leinders" userId="997d70be-446e-4d3c-9385-112cae012b9d" providerId="ADAL" clId="{146BE616-0B91-4C7E-BC71-42C133866611}" dt="2024-05-23T19:24:22.662" v="46" actId="478"/>
          <ac:spMkLst>
            <pc:docMk/>
            <pc:sldMk cId="3555554478" sldId="3787"/>
            <ac:spMk id="4" creationId="{415D37B9-888B-942F-1073-05938671DB03}"/>
          </ac:spMkLst>
        </pc:spChg>
        <pc:spChg chg="del">
          <ac:chgData name="Nicole Leinders" userId="997d70be-446e-4d3c-9385-112cae012b9d" providerId="ADAL" clId="{146BE616-0B91-4C7E-BC71-42C133866611}" dt="2024-05-23T19:24:15.088" v="44" actId="478"/>
          <ac:spMkLst>
            <pc:docMk/>
            <pc:sldMk cId="3555554478" sldId="3787"/>
            <ac:spMk id="7" creationId="{A59CB4D9-9876-DDE4-C79B-B1EEF549E134}"/>
          </ac:spMkLst>
        </pc:spChg>
        <pc:spChg chg="del">
          <ac:chgData name="Nicole Leinders" userId="997d70be-446e-4d3c-9385-112cae012b9d" providerId="ADAL" clId="{146BE616-0B91-4C7E-BC71-42C133866611}" dt="2024-05-23T19:24:18.010" v="45" actId="478"/>
          <ac:spMkLst>
            <pc:docMk/>
            <pc:sldMk cId="3555554478" sldId="3787"/>
            <ac:spMk id="11" creationId="{337BFC4F-EBD6-1CD8-5086-50E67EA07BEA}"/>
          </ac:spMkLst>
        </pc:spChg>
        <pc:spChg chg="del mod">
          <ac:chgData name="Nicole Leinders" userId="997d70be-446e-4d3c-9385-112cae012b9d" providerId="ADAL" clId="{146BE616-0B91-4C7E-BC71-42C133866611}" dt="2024-05-23T19:23:58.812" v="26" actId="478"/>
          <ac:spMkLst>
            <pc:docMk/>
            <pc:sldMk cId="3555554478" sldId="3787"/>
            <ac:spMk id="12" creationId="{F9AD0064-069D-603C-21ED-072B090F3BD5}"/>
          </ac:spMkLst>
        </pc:spChg>
        <pc:picChg chg="del">
          <ac:chgData name="Nicole Leinders" userId="997d70be-446e-4d3c-9385-112cae012b9d" providerId="ADAL" clId="{146BE616-0B91-4C7E-BC71-42C133866611}" dt="2024-05-23T19:23:55.110" v="23" actId="478"/>
          <ac:picMkLst>
            <pc:docMk/>
            <pc:sldMk cId="3555554478" sldId="3787"/>
            <ac:picMk id="9" creationId="{1C68AA27-D83F-FB9A-30A8-4245DD3ACBD0}"/>
          </ac:picMkLst>
        </pc:picChg>
        <pc:picChg chg="del">
          <ac:chgData name="Nicole Leinders" userId="997d70be-446e-4d3c-9385-112cae012b9d" providerId="ADAL" clId="{146BE616-0B91-4C7E-BC71-42C133866611}" dt="2024-05-23T19:23:55.612" v="24" actId="478"/>
          <ac:picMkLst>
            <pc:docMk/>
            <pc:sldMk cId="3555554478" sldId="3787"/>
            <ac:picMk id="10" creationId="{2449E8E1-3149-E631-C76F-6F2B3987F2A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86D9D9-C861-4AFE-BD09-AC7E612F815C}" type="datetimeFigureOut">
              <a:rPr lang="en-US" smtClean="0"/>
              <a:t>5/29/2024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FAB1E5-C807-407C-985D-E5DC584A57C6}" type="slidenum">
              <a:rPr lang="en-US" smtClean="0"/>
              <a:t>‹#›</a:t>
            </a:fld>
            <a:endParaRPr lang="en-US"/>
          </a:p>
        </p:txBody>
      </p:sp>
    </p:spTree>
    <p:extLst>
      <p:ext uri="{BB962C8B-B14F-4D97-AF65-F5344CB8AC3E}">
        <p14:creationId xmlns:p14="http://schemas.microsoft.com/office/powerpoint/2010/main" val="141670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FAB1E5-C807-407C-985D-E5DC584A57C6}" type="slidenum">
              <a:rPr lang="en-US" smtClean="0"/>
              <a:t>1</a:t>
            </a:fld>
            <a:endParaRPr lang="en-US"/>
          </a:p>
        </p:txBody>
      </p:sp>
    </p:spTree>
    <p:extLst>
      <p:ext uri="{BB962C8B-B14F-4D97-AF65-F5344CB8AC3E}">
        <p14:creationId xmlns:p14="http://schemas.microsoft.com/office/powerpoint/2010/main" val="2872479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Purpose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Rebrand as a Total Talent Workforce Solutions Business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Upskill and Develop all our team Members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Unification of our new family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Motivational (&amp; fun!)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Achieve our business goals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Hopes and fears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Kenty’s</a:t>
            </a:r>
            <a:r>
              <a:rPr lang="en-US" dirty="0"/>
              <a:t> notes below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 purpose / scope / outcomes / business goals </a:t>
            </a:r>
          </a:p>
          <a:p>
            <a:endParaRPr lang="en-US" dirty="0"/>
          </a:p>
          <a:p>
            <a:r>
              <a:rPr lang="en-US" dirty="0"/>
              <a:t>Hopes and fears</a:t>
            </a:r>
          </a:p>
          <a:p>
            <a:endParaRPr lang="en-US" dirty="0"/>
          </a:p>
          <a:p>
            <a:r>
              <a:rPr lang="en-US" dirty="0"/>
              <a:t>Expectations and aspirations – activity</a:t>
            </a:r>
          </a:p>
          <a:p>
            <a:endParaRPr lang="en-US" dirty="0"/>
          </a:p>
          <a:p>
            <a:r>
              <a:rPr lang="en-US" dirty="0"/>
              <a:t>Workforce solutions</a:t>
            </a:r>
          </a:p>
          <a:p>
            <a:r>
              <a:rPr lang="en-US" dirty="0"/>
              <a:t>Commerciality </a:t>
            </a:r>
          </a:p>
          <a:p>
            <a:r>
              <a:rPr lang="en-US" dirty="0"/>
              <a:t>Sales Acumen </a:t>
            </a:r>
          </a:p>
          <a:p>
            <a:r>
              <a:rPr lang="en-US" dirty="0"/>
              <a:t>Motivation</a:t>
            </a:r>
          </a:p>
          <a:p>
            <a:r>
              <a:rPr lang="en-US" dirty="0"/>
              <a:t>People, Platform, processes</a:t>
            </a:r>
          </a:p>
          <a:p>
            <a:endParaRPr lang="en-US" dirty="0"/>
          </a:p>
        </p:txBody>
      </p:sp>
      <p:sp>
        <p:nvSpPr>
          <p:cNvPr id="4" name="Slide Number Placeholder 3"/>
          <p:cNvSpPr>
            <a:spLocks noGrp="1"/>
          </p:cNvSpPr>
          <p:nvPr>
            <p:ph type="sldNum" sz="quarter" idx="5"/>
          </p:nvPr>
        </p:nvSpPr>
        <p:spPr/>
        <p:txBody>
          <a:bodyPr/>
          <a:lstStyle/>
          <a:p>
            <a:fld id="{8CFAB1E5-C807-407C-985D-E5DC584A57C6}" type="slidenum">
              <a:rPr lang="en-US" smtClean="0"/>
              <a:t>2</a:t>
            </a:fld>
            <a:endParaRPr lang="en-US"/>
          </a:p>
        </p:txBody>
      </p:sp>
    </p:spTree>
    <p:extLst>
      <p:ext uri="{BB962C8B-B14F-4D97-AF65-F5344CB8AC3E}">
        <p14:creationId xmlns:p14="http://schemas.microsoft.com/office/powerpoint/2010/main" val="19662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Needs loop underneath from adjourning back to forming</a:t>
            </a:r>
          </a:p>
          <a:p>
            <a:endParaRPr lang="en-US"/>
          </a:p>
          <a:p>
            <a:r>
              <a:rPr lang="en-US"/>
              <a:t>Delete team development – replace with </a:t>
            </a:r>
            <a:r>
              <a:rPr lang="en-US" err="1"/>
              <a:t>Tuckmans</a:t>
            </a:r>
            <a:r>
              <a:rPr lang="en-US"/>
              <a:t>…..</a:t>
            </a:r>
          </a:p>
        </p:txBody>
      </p:sp>
      <p:sp>
        <p:nvSpPr>
          <p:cNvPr id="4" name="Slide Number Placeholder 3"/>
          <p:cNvSpPr>
            <a:spLocks noGrp="1"/>
          </p:cNvSpPr>
          <p:nvPr>
            <p:ph type="sldNum" sz="quarter" idx="5"/>
          </p:nvPr>
        </p:nvSpPr>
        <p:spPr/>
        <p:txBody>
          <a:bodyPr/>
          <a:lstStyle/>
          <a:p>
            <a:fld id="{8CFAB1E5-C807-407C-985D-E5DC584A57C6}" type="slidenum">
              <a:rPr lang="en-US" smtClean="0"/>
              <a:t>3</a:t>
            </a:fld>
            <a:endParaRPr lang="en-US"/>
          </a:p>
        </p:txBody>
      </p:sp>
    </p:spTree>
    <p:extLst>
      <p:ext uri="{BB962C8B-B14F-4D97-AF65-F5344CB8AC3E}">
        <p14:creationId xmlns:p14="http://schemas.microsoft.com/office/powerpoint/2010/main" val="4223634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Needs loop underneath from adjourning back to forming</a:t>
            </a:r>
          </a:p>
          <a:p>
            <a:endParaRPr lang="en-US"/>
          </a:p>
          <a:p>
            <a:r>
              <a:rPr lang="en-US"/>
              <a:t>Delete team development – replace with </a:t>
            </a:r>
            <a:r>
              <a:rPr lang="en-US" err="1"/>
              <a:t>Tuckmans</a:t>
            </a:r>
            <a:r>
              <a:rPr lang="en-US"/>
              <a:t>…..</a:t>
            </a:r>
          </a:p>
        </p:txBody>
      </p:sp>
      <p:sp>
        <p:nvSpPr>
          <p:cNvPr id="4" name="Slide Number Placeholder 3"/>
          <p:cNvSpPr>
            <a:spLocks noGrp="1"/>
          </p:cNvSpPr>
          <p:nvPr>
            <p:ph type="sldNum" sz="quarter" idx="5"/>
          </p:nvPr>
        </p:nvSpPr>
        <p:spPr/>
        <p:txBody>
          <a:bodyPr/>
          <a:lstStyle/>
          <a:p>
            <a:fld id="{8CFAB1E5-C807-407C-985D-E5DC584A57C6}" type="slidenum">
              <a:rPr lang="en-US" smtClean="0"/>
              <a:t>4</a:t>
            </a:fld>
            <a:endParaRPr lang="en-US"/>
          </a:p>
        </p:txBody>
      </p:sp>
    </p:spTree>
    <p:extLst>
      <p:ext uri="{BB962C8B-B14F-4D97-AF65-F5344CB8AC3E}">
        <p14:creationId xmlns:p14="http://schemas.microsoft.com/office/powerpoint/2010/main" val="2084472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Needs loop underneath from adjourning back to forming</a:t>
            </a:r>
          </a:p>
          <a:p>
            <a:endParaRPr lang="en-US"/>
          </a:p>
          <a:p>
            <a:r>
              <a:rPr lang="en-US"/>
              <a:t>Delete team development – replace with </a:t>
            </a:r>
            <a:r>
              <a:rPr lang="en-US" err="1"/>
              <a:t>Tuckmans</a:t>
            </a:r>
            <a:r>
              <a:rPr lang="en-US"/>
              <a:t>…..</a:t>
            </a:r>
          </a:p>
        </p:txBody>
      </p:sp>
      <p:sp>
        <p:nvSpPr>
          <p:cNvPr id="4" name="Slide Number Placeholder 3"/>
          <p:cNvSpPr>
            <a:spLocks noGrp="1"/>
          </p:cNvSpPr>
          <p:nvPr>
            <p:ph type="sldNum" sz="quarter" idx="5"/>
          </p:nvPr>
        </p:nvSpPr>
        <p:spPr/>
        <p:txBody>
          <a:bodyPr/>
          <a:lstStyle/>
          <a:p>
            <a:fld id="{8CFAB1E5-C807-407C-985D-E5DC584A57C6}" type="slidenum">
              <a:rPr lang="en-US" smtClean="0"/>
              <a:t>5</a:t>
            </a:fld>
            <a:endParaRPr lang="en-US"/>
          </a:p>
        </p:txBody>
      </p:sp>
    </p:spTree>
    <p:extLst>
      <p:ext uri="{BB962C8B-B14F-4D97-AF65-F5344CB8AC3E}">
        <p14:creationId xmlns:p14="http://schemas.microsoft.com/office/powerpoint/2010/main" val="829366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Needs loop underneath from adjourning back to forming</a:t>
            </a:r>
          </a:p>
          <a:p>
            <a:endParaRPr lang="en-US"/>
          </a:p>
          <a:p>
            <a:r>
              <a:rPr lang="en-US"/>
              <a:t>Delete team development – replace with </a:t>
            </a:r>
            <a:r>
              <a:rPr lang="en-US" err="1"/>
              <a:t>Tuckmans</a:t>
            </a:r>
            <a:r>
              <a:rPr lang="en-US"/>
              <a:t>…..</a:t>
            </a:r>
          </a:p>
        </p:txBody>
      </p:sp>
      <p:sp>
        <p:nvSpPr>
          <p:cNvPr id="4" name="Slide Number Placeholder 3"/>
          <p:cNvSpPr>
            <a:spLocks noGrp="1"/>
          </p:cNvSpPr>
          <p:nvPr>
            <p:ph type="sldNum" sz="quarter" idx="5"/>
          </p:nvPr>
        </p:nvSpPr>
        <p:spPr/>
        <p:txBody>
          <a:bodyPr/>
          <a:lstStyle/>
          <a:p>
            <a:fld id="{8CFAB1E5-C807-407C-985D-E5DC584A57C6}" type="slidenum">
              <a:rPr lang="en-US" smtClean="0"/>
              <a:t>6</a:t>
            </a:fld>
            <a:endParaRPr lang="en-US"/>
          </a:p>
        </p:txBody>
      </p:sp>
    </p:spTree>
    <p:extLst>
      <p:ext uri="{BB962C8B-B14F-4D97-AF65-F5344CB8AC3E}">
        <p14:creationId xmlns:p14="http://schemas.microsoft.com/office/powerpoint/2010/main" val="4073872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Needs loop underneath from adjourning back to forming</a:t>
            </a:r>
          </a:p>
          <a:p>
            <a:endParaRPr lang="en-US"/>
          </a:p>
          <a:p>
            <a:r>
              <a:rPr lang="en-US"/>
              <a:t>Delete team development – replace with </a:t>
            </a:r>
            <a:r>
              <a:rPr lang="en-US" err="1"/>
              <a:t>Tuckmans</a:t>
            </a:r>
            <a:r>
              <a:rPr lang="en-US"/>
              <a:t>…..</a:t>
            </a:r>
          </a:p>
        </p:txBody>
      </p:sp>
      <p:sp>
        <p:nvSpPr>
          <p:cNvPr id="4" name="Slide Number Placeholder 3"/>
          <p:cNvSpPr>
            <a:spLocks noGrp="1"/>
          </p:cNvSpPr>
          <p:nvPr>
            <p:ph type="sldNum" sz="quarter" idx="5"/>
          </p:nvPr>
        </p:nvSpPr>
        <p:spPr/>
        <p:txBody>
          <a:bodyPr/>
          <a:lstStyle/>
          <a:p>
            <a:fld id="{8CFAB1E5-C807-407C-985D-E5DC584A57C6}" type="slidenum">
              <a:rPr lang="en-US" smtClean="0"/>
              <a:t>7</a:t>
            </a:fld>
            <a:endParaRPr lang="en-US"/>
          </a:p>
        </p:txBody>
      </p:sp>
    </p:spTree>
    <p:extLst>
      <p:ext uri="{BB962C8B-B14F-4D97-AF65-F5344CB8AC3E}">
        <p14:creationId xmlns:p14="http://schemas.microsoft.com/office/powerpoint/2010/main" val="406004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Needs loop underneath from adjourning back to forming</a:t>
            </a:r>
          </a:p>
          <a:p>
            <a:endParaRPr lang="en-US"/>
          </a:p>
          <a:p>
            <a:r>
              <a:rPr lang="en-US"/>
              <a:t>Delete team development – replace with </a:t>
            </a:r>
            <a:r>
              <a:rPr lang="en-US" err="1"/>
              <a:t>Tuckmans</a:t>
            </a:r>
            <a:r>
              <a:rPr lang="en-US"/>
              <a:t>…..</a:t>
            </a:r>
          </a:p>
        </p:txBody>
      </p:sp>
      <p:sp>
        <p:nvSpPr>
          <p:cNvPr id="4" name="Slide Number Placeholder 3"/>
          <p:cNvSpPr>
            <a:spLocks noGrp="1"/>
          </p:cNvSpPr>
          <p:nvPr>
            <p:ph type="sldNum" sz="quarter" idx="5"/>
          </p:nvPr>
        </p:nvSpPr>
        <p:spPr/>
        <p:txBody>
          <a:bodyPr/>
          <a:lstStyle/>
          <a:p>
            <a:fld id="{8CFAB1E5-C807-407C-985D-E5DC584A57C6}" type="slidenum">
              <a:rPr lang="en-US" smtClean="0"/>
              <a:t>8</a:t>
            </a:fld>
            <a:endParaRPr lang="en-US"/>
          </a:p>
        </p:txBody>
      </p:sp>
    </p:spTree>
    <p:extLst>
      <p:ext uri="{BB962C8B-B14F-4D97-AF65-F5344CB8AC3E}">
        <p14:creationId xmlns:p14="http://schemas.microsoft.com/office/powerpoint/2010/main" val="3755323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really do like Simon Sinek, and what he says is true: The most successful companies don’t actually think of themselves as companies that sell a product, they think of themselves as social movements, continuously working on solving a problem. Innovation becomes the filter for decision making and the force that drives their continued advancement.  </a:t>
            </a:r>
          </a:p>
          <a:p>
            <a:endParaRPr lang="en-US"/>
          </a:p>
          <a:p>
            <a:r>
              <a:rPr lang="en-US"/>
              <a:t>Our last year of performance has forced us to reckon with the idea that we've lost our focus on innovation a little. And that lack of innovation didn't happen in the last year – it actually happened back in covid times when the money was flowing and each month looked better than the last. Then, the crazy world of the pandemic slowed, and it's only been more recently that we've begun to see the impact. Luckily, that’s why we are here today. To rally everyone together and develop and elevate our individual capabilities whether you are client facing or candidate facing.  Now, its not all doom and gloom. This week personally for me has been awesome to see the extent of our workforce solutions already in use across GQR. Now its just about bringing us all together and making sure we each understands the solutions holistically so that we can build and pitch broader projects that we haven’t historically been comfortable talking about.  </a:t>
            </a:r>
            <a:endParaRPr lang="en-US">
              <a:ea typeface="Calibri" panose="020F0502020204030204"/>
              <a:cs typeface="Calibri" panose="020F0502020204030204"/>
            </a:endParaRPr>
          </a:p>
          <a:p>
            <a:r>
              <a:rPr lang="en-US"/>
              <a:t> </a:t>
            </a:r>
            <a:endParaRPr lang="en-US">
              <a:ea typeface="Calibri" panose="020F0502020204030204"/>
              <a:cs typeface="Calibri" panose="020F0502020204030204"/>
            </a:endParaRPr>
          </a:p>
          <a:p>
            <a:r>
              <a:rPr lang="en-US"/>
              <a:t>By expanding our solutions in scale and scope, we’ll be able to expand our footprint within our clients, and capture revenue and spend that we would have otherwise left on the table. If we can continue to deploy each of our given market’s specific solutions AND expand our solutions coverage into new areas, we’ll continue to be on track to be one of those great companies Simon Sinek references.</a:t>
            </a:r>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p>
          <a:p>
            <a:endParaRPr lang="en-US"/>
          </a:p>
        </p:txBody>
      </p:sp>
      <p:sp>
        <p:nvSpPr>
          <p:cNvPr id="4" name="Slide Number Placeholder 3"/>
          <p:cNvSpPr>
            <a:spLocks noGrp="1"/>
          </p:cNvSpPr>
          <p:nvPr>
            <p:ph type="sldNum" sz="quarter" idx="5"/>
          </p:nvPr>
        </p:nvSpPr>
        <p:spPr/>
        <p:txBody>
          <a:bodyPr/>
          <a:lstStyle/>
          <a:p>
            <a:fld id="{8CFAB1E5-C807-407C-985D-E5DC584A57C6}" type="slidenum">
              <a:rPr lang="en-US" smtClean="0"/>
              <a:t>9</a:t>
            </a:fld>
            <a:endParaRPr lang="en-US"/>
          </a:p>
        </p:txBody>
      </p:sp>
    </p:spTree>
    <p:extLst>
      <p:ext uri="{BB962C8B-B14F-4D97-AF65-F5344CB8AC3E}">
        <p14:creationId xmlns:p14="http://schemas.microsoft.com/office/powerpoint/2010/main" val="3373130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really do like Simon Sinek, and what he says is true: The most successful companies don’t actually think of themselves as companies that sell a product, they think of themselves as social movements, continuously working on solving a problem. Innovation becomes the filter for decision making and the force that drives their continued advancement.  </a:t>
            </a:r>
          </a:p>
          <a:p>
            <a:endParaRPr lang="en-US"/>
          </a:p>
          <a:p>
            <a:r>
              <a:rPr lang="en-US"/>
              <a:t>Our last year of performance has forced us to reckon with the idea that we've lost our focus on innovation a little. And that lack of innovation didn't happen in the last year – it actually happened back in covid times when the money was flowing and each month looked better than the last. Then, the crazy world of the pandemic slowed, and it's only been more recently that we've begun to see the impact. Luckily, that’s why we are here today. To rally everyone together and develop and elevate our individual capabilities whether you are client facing or candidate facing.  Now, its not all doom and gloom. This week personally for me has been awesome to see the extent of our workforce solutions already in use across GQR. Now its just about bringing us all together and making sure we each understands the solutions holistically so that we can build and pitch broader projects that we haven’t historically been comfortable talking about.  </a:t>
            </a:r>
            <a:endParaRPr lang="en-US">
              <a:ea typeface="Calibri" panose="020F0502020204030204"/>
              <a:cs typeface="Calibri" panose="020F0502020204030204"/>
            </a:endParaRPr>
          </a:p>
          <a:p>
            <a:r>
              <a:rPr lang="en-US"/>
              <a:t> </a:t>
            </a:r>
            <a:endParaRPr lang="en-US">
              <a:ea typeface="Calibri" panose="020F0502020204030204"/>
              <a:cs typeface="Calibri" panose="020F0502020204030204"/>
            </a:endParaRPr>
          </a:p>
          <a:p>
            <a:r>
              <a:rPr lang="en-US"/>
              <a:t>By expanding our solutions in scale and scope, we’ll be able to expand our footprint within our clients, and capture revenue and spend that we would have otherwise left on the table. If we can continue to deploy each of our given market’s specific solutions AND expand our solutions coverage into new areas, we’ll continue to be on track to be one of those great companies Simon Sinek references.</a:t>
            </a:r>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p>
          <a:p>
            <a:endParaRPr lang="en-US"/>
          </a:p>
        </p:txBody>
      </p:sp>
      <p:sp>
        <p:nvSpPr>
          <p:cNvPr id="4" name="Slide Number Placeholder 3"/>
          <p:cNvSpPr>
            <a:spLocks noGrp="1"/>
          </p:cNvSpPr>
          <p:nvPr>
            <p:ph type="sldNum" sz="quarter" idx="5"/>
          </p:nvPr>
        </p:nvSpPr>
        <p:spPr/>
        <p:txBody>
          <a:bodyPr/>
          <a:lstStyle/>
          <a:p>
            <a:fld id="{8CFAB1E5-C807-407C-985D-E5DC584A57C6}" type="slidenum">
              <a:rPr lang="en-US" smtClean="0"/>
              <a:t>10</a:t>
            </a:fld>
            <a:endParaRPr lang="en-US"/>
          </a:p>
        </p:txBody>
      </p:sp>
    </p:spTree>
    <p:extLst>
      <p:ext uri="{BB962C8B-B14F-4D97-AF65-F5344CB8AC3E}">
        <p14:creationId xmlns:p14="http://schemas.microsoft.com/office/powerpoint/2010/main" val="2933595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FAB1E5-C807-407C-985D-E5DC584A57C6}" type="slidenum">
              <a:rPr lang="en-US" smtClean="0"/>
              <a:t>11</a:t>
            </a:fld>
            <a:endParaRPr lang="en-US"/>
          </a:p>
        </p:txBody>
      </p:sp>
    </p:spTree>
    <p:extLst>
      <p:ext uri="{BB962C8B-B14F-4D97-AF65-F5344CB8AC3E}">
        <p14:creationId xmlns:p14="http://schemas.microsoft.com/office/powerpoint/2010/main" val="393583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6.xml"/><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6.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6.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6.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6.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Master" Target="../slideMasters/slideMaster6.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8.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8.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avy">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3F7F69-0742-0C55-ABE2-42F1590DE3D9}"/>
              </a:ext>
            </a:extLst>
          </p:cNvPr>
          <p:cNvSpPr>
            <a:spLocks noGrp="1"/>
          </p:cNvSpPr>
          <p:nvPr>
            <p:ph type="title" hasCustomPrompt="1"/>
          </p:nvPr>
        </p:nvSpPr>
        <p:spPr/>
        <p:txBody>
          <a:bodyPr/>
          <a:lstStyle/>
          <a:p>
            <a:r>
              <a:rPr lang="es-MX"/>
              <a:t>Click to add title</a:t>
            </a:r>
            <a:endParaRPr lang="es-ES"/>
          </a:p>
        </p:txBody>
      </p:sp>
    </p:spTree>
    <p:extLst>
      <p:ext uri="{BB962C8B-B14F-4D97-AF65-F5344CB8AC3E}">
        <p14:creationId xmlns:p14="http://schemas.microsoft.com/office/powerpoint/2010/main" val="2041657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White">
    <p:bg>
      <p:bgPr>
        <a:solidFill>
          <a:schemeClr val="bg1"/>
        </a:solidFill>
        <a:effectLst/>
      </p:bgPr>
    </p:bg>
    <p:spTree>
      <p:nvGrpSpPr>
        <p:cNvPr id="1" name=""/>
        <p:cNvGrpSpPr/>
        <p:nvPr/>
      </p:nvGrpSpPr>
      <p:grpSpPr>
        <a:xfrm>
          <a:off x="0" y="0"/>
          <a:ext cx="0" cy="0"/>
          <a:chOff x="0" y="0"/>
          <a:chExt cx="0" cy="0"/>
        </a:xfrm>
      </p:grpSpPr>
      <p:sp>
        <p:nvSpPr>
          <p:cNvPr id="8" name="Marcador de título 1">
            <a:extLst>
              <a:ext uri="{FF2B5EF4-FFF2-40B4-BE49-F238E27FC236}">
                <a16:creationId xmlns:a16="http://schemas.microsoft.com/office/drawing/2014/main" id="{66643F84-6C7B-506A-B432-AF6F56020780}"/>
              </a:ext>
            </a:extLst>
          </p:cNvPr>
          <p:cNvSpPr>
            <a:spLocks noGrp="1"/>
          </p:cNvSpPr>
          <p:nvPr>
            <p:ph type="title" hasCustomPrompt="1"/>
          </p:nvPr>
        </p:nvSpPr>
        <p:spPr>
          <a:xfrm>
            <a:off x="838200" y="3383280"/>
            <a:ext cx="7940040" cy="2827219"/>
          </a:xfrm>
          <a:prstGeom prst="rect">
            <a:avLst/>
          </a:prstGeom>
        </p:spPr>
        <p:txBody>
          <a:bodyPr vert="horz" lIns="91440" tIns="45720" rIns="91440" bIns="45720" rtlCol="0" anchor="ctr">
            <a:noAutofit/>
          </a:bodyPr>
          <a:lstStyle>
            <a:lvl1pPr>
              <a:defRPr>
                <a:solidFill>
                  <a:schemeClr val="tx1"/>
                </a:solidFill>
              </a:defRPr>
            </a:lvl1pPr>
          </a:lstStyle>
          <a:p>
            <a:r>
              <a:rPr lang="es-MX"/>
              <a:t>Click to add title</a:t>
            </a:r>
            <a:endParaRPr lang="es-UY"/>
          </a:p>
        </p:txBody>
      </p:sp>
      <p:pic>
        <p:nvPicPr>
          <p:cNvPr id="12" name="Imagen 11">
            <a:extLst>
              <a:ext uri="{FF2B5EF4-FFF2-40B4-BE49-F238E27FC236}">
                <a16:creationId xmlns:a16="http://schemas.microsoft.com/office/drawing/2014/main" id="{BA397BCA-740F-4294-431C-DA855188F2C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199" y="921820"/>
            <a:ext cx="3616953" cy="925267"/>
          </a:xfrm>
          <a:prstGeom prst="rect">
            <a:avLst/>
          </a:prstGeom>
        </p:spPr>
      </p:pic>
    </p:spTree>
    <p:extLst>
      <p:ext uri="{BB962C8B-B14F-4D97-AF65-F5344CB8AC3E}">
        <p14:creationId xmlns:p14="http://schemas.microsoft.com/office/powerpoint/2010/main" val="58850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ue">
    <p:bg>
      <p:bgPr>
        <a:solidFill>
          <a:schemeClr val="tx2"/>
        </a:solidFill>
        <a:effectLst/>
      </p:bgPr>
    </p:bg>
    <p:spTree>
      <p:nvGrpSpPr>
        <p:cNvPr id="1" name=""/>
        <p:cNvGrpSpPr/>
        <p:nvPr/>
      </p:nvGrpSpPr>
      <p:grpSpPr>
        <a:xfrm>
          <a:off x="0" y="0"/>
          <a:ext cx="0" cy="0"/>
          <a:chOff x="0" y="0"/>
          <a:chExt cx="0" cy="0"/>
        </a:xfrm>
      </p:grpSpPr>
      <p:sp>
        <p:nvSpPr>
          <p:cNvPr id="9" name="Marcador de título 1">
            <a:extLst>
              <a:ext uri="{FF2B5EF4-FFF2-40B4-BE49-F238E27FC236}">
                <a16:creationId xmlns:a16="http://schemas.microsoft.com/office/drawing/2014/main" id="{0D234C37-3E83-5484-2F1E-03B52AC8D36E}"/>
              </a:ext>
            </a:extLst>
          </p:cNvPr>
          <p:cNvSpPr>
            <a:spLocks noGrp="1"/>
          </p:cNvSpPr>
          <p:nvPr>
            <p:ph type="title" hasCustomPrompt="1"/>
          </p:nvPr>
        </p:nvSpPr>
        <p:spPr>
          <a:xfrm>
            <a:off x="838200" y="3383280"/>
            <a:ext cx="7940040" cy="2827219"/>
          </a:xfrm>
          <a:prstGeom prst="rect">
            <a:avLst/>
          </a:prstGeom>
        </p:spPr>
        <p:txBody>
          <a:bodyPr vert="horz" lIns="91440" tIns="45720" rIns="91440" bIns="45720" rtlCol="0" anchor="ctr">
            <a:noAutofit/>
          </a:bodyPr>
          <a:lstStyle/>
          <a:p>
            <a:r>
              <a:rPr lang="es-MX"/>
              <a:t>Click to add title</a:t>
            </a:r>
            <a:endParaRPr lang="es-UY"/>
          </a:p>
        </p:txBody>
      </p:sp>
      <p:pic>
        <p:nvPicPr>
          <p:cNvPr id="15" name="Imagen 14">
            <a:extLst>
              <a:ext uri="{FF2B5EF4-FFF2-40B4-BE49-F238E27FC236}">
                <a16:creationId xmlns:a16="http://schemas.microsoft.com/office/drawing/2014/main" id="{DE42A96B-FAC9-7DE4-E75F-89D92FCBA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923187"/>
            <a:ext cx="3617068" cy="925296"/>
          </a:xfrm>
          <a:prstGeom prst="rect">
            <a:avLst/>
          </a:prstGeom>
        </p:spPr>
      </p:pic>
    </p:spTree>
    <p:extLst>
      <p:ext uri="{BB962C8B-B14F-4D97-AF65-F5344CB8AC3E}">
        <p14:creationId xmlns:p14="http://schemas.microsoft.com/office/powerpoint/2010/main" val="405322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avy">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3F7F69-0742-0C55-ABE2-42F1590DE3D9}"/>
              </a:ext>
            </a:extLst>
          </p:cNvPr>
          <p:cNvSpPr>
            <a:spLocks noGrp="1"/>
          </p:cNvSpPr>
          <p:nvPr>
            <p:ph type="title" hasCustomPrompt="1"/>
          </p:nvPr>
        </p:nvSpPr>
        <p:spPr>
          <a:xfrm>
            <a:off x="838200" y="2432666"/>
            <a:ext cx="6232556" cy="2827219"/>
          </a:xfrm>
        </p:spPr>
        <p:txBody>
          <a:bodyPr/>
          <a:lstStyle/>
          <a:p>
            <a:r>
              <a:rPr lang="es-MX"/>
              <a:t>Click to add title</a:t>
            </a:r>
            <a:endParaRPr lang="es-ES"/>
          </a:p>
        </p:txBody>
      </p:sp>
      <p:sp>
        <p:nvSpPr>
          <p:cNvPr id="7" name="Marcador de texto 6">
            <a:extLst>
              <a:ext uri="{FF2B5EF4-FFF2-40B4-BE49-F238E27FC236}">
                <a16:creationId xmlns:a16="http://schemas.microsoft.com/office/drawing/2014/main" id="{342D0B0B-77EC-9298-E67D-F38DD05F49D3}"/>
              </a:ext>
            </a:extLst>
          </p:cNvPr>
          <p:cNvSpPr>
            <a:spLocks noGrp="1"/>
          </p:cNvSpPr>
          <p:nvPr>
            <p:ph type="body" sz="quarter" idx="10" hasCustomPrompt="1"/>
          </p:nvPr>
        </p:nvSpPr>
        <p:spPr>
          <a:xfrm>
            <a:off x="838201" y="5468938"/>
            <a:ext cx="6232556" cy="814387"/>
          </a:xfrm>
          <a:prstGeom prst="rect">
            <a:avLst/>
          </a:prstGeom>
        </p:spPr>
        <p:txBody>
          <a:bodyPr/>
          <a:lstStyle>
            <a:lvl1pPr marL="0" indent="0">
              <a:buNone/>
              <a:defRPr>
                <a:solidFill>
                  <a:schemeClr val="accent3"/>
                </a:solidFill>
                <a:latin typeface="Rubik" pitchFamily="2" charset="-79"/>
                <a:cs typeface="Rubik" pitchFamily="2" charset="-79"/>
              </a:defRPr>
            </a:lvl1pPr>
            <a:lvl2pPr>
              <a:defRPr>
                <a:solidFill>
                  <a:schemeClr val="accent3"/>
                </a:solidFill>
                <a:latin typeface="Rubik" pitchFamily="2" charset="-79"/>
                <a:cs typeface="Rubik" pitchFamily="2" charset="-79"/>
              </a:defRPr>
            </a:lvl2pPr>
            <a:lvl3pPr>
              <a:defRPr>
                <a:solidFill>
                  <a:schemeClr val="accent3"/>
                </a:solidFill>
                <a:latin typeface="Rubik" pitchFamily="2" charset="-79"/>
                <a:cs typeface="Rubik" pitchFamily="2" charset="-79"/>
              </a:defRPr>
            </a:lvl3pPr>
            <a:lvl4pPr>
              <a:defRPr>
                <a:solidFill>
                  <a:schemeClr val="accent3"/>
                </a:solidFill>
                <a:latin typeface="Rubik" pitchFamily="2" charset="-79"/>
                <a:cs typeface="Rubik" pitchFamily="2" charset="-79"/>
              </a:defRPr>
            </a:lvl4pPr>
            <a:lvl5pPr>
              <a:defRPr>
                <a:solidFill>
                  <a:schemeClr val="accent3"/>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3" name="Marcador de posición de imagen 3">
            <a:extLst>
              <a:ext uri="{FF2B5EF4-FFF2-40B4-BE49-F238E27FC236}">
                <a16:creationId xmlns:a16="http://schemas.microsoft.com/office/drawing/2014/main" id="{CF66D14E-EC61-5221-2EC8-989F24727A0E}"/>
              </a:ext>
            </a:extLst>
          </p:cNvPr>
          <p:cNvSpPr>
            <a:spLocks noGrp="1"/>
          </p:cNvSpPr>
          <p:nvPr>
            <p:ph type="pic" sz="quarter" idx="11"/>
          </p:nvPr>
        </p:nvSpPr>
        <p:spPr>
          <a:xfrm>
            <a:off x="8162484" y="2334902"/>
            <a:ext cx="3191316" cy="3097378"/>
          </a:xfrm>
          <a:custGeom>
            <a:avLst/>
            <a:gdLst>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5488" h="1936750">
                <a:moveTo>
                  <a:pt x="322798" y="0"/>
                </a:moveTo>
                <a:lnTo>
                  <a:pt x="1995488" y="0"/>
                </a:lnTo>
                <a:lnTo>
                  <a:pt x="1995488" y="0"/>
                </a:lnTo>
                <a:lnTo>
                  <a:pt x="1995488" y="1613952"/>
                </a:lnTo>
                <a:cubicBezTo>
                  <a:pt x="1995488" y="1792228"/>
                  <a:pt x="1850966" y="1936750"/>
                  <a:pt x="1672690" y="1936750"/>
                </a:cubicBezTo>
                <a:lnTo>
                  <a:pt x="0" y="1936750"/>
                </a:lnTo>
                <a:lnTo>
                  <a:pt x="0" y="1936750"/>
                </a:lnTo>
                <a:lnTo>
                  <a:pt x="0" y="322798"/>
                </a:lnTo>
                <a:cubicBezTo>
                  <a:pt x="0" y="144522"/>
                  <a:pt x="144522" y="0"/>
                  <a:pt x="322798" y="0"/>
                </a:cubicBezTo>
                <a:close/>
              </a:path>
            </a:pathLst>
          </a:custGeom>
          <a:solidFill>
            <a:schemeClr val="bg2"/>
          </a:solidFill>
        </p:spPr>
        <p:txBody>
          <a:bodyPr/>
          <a:lstStyle>
            <a:lvl1pPr marL="0" indent="0">
              <a:buNone/>
              <a:defRPr>
                <a:noFill/>
              </a:defRPr>
            </a:lvl1pPr>
          </a:lstStyle>
          <a:p>
            <a:endParaRPr lang="es-ES"/>
          </a:p>
        </p:txBody>
      </p:sp>
      <p:sp>
        <p:nvSpPr>
          <p:cNvPr id="4" name="Marcador de texto 21">
            <a:extLst>
              <a:ext uri="{FF2B5EF4-FFF2-40B4-BE49-F238E27FC236}">
                <a16:creationId xmlns:a16="http://schemas.microsoft.com/office/drawing/2014/main" id="{38CD37CE-537D-6D14-5034-0ADDCD468BF3}"/>
              </a:ext>
            </a:extLst>
          </p:cNvPr>
          <p:cNvSpPr>
            <a:spLocks noGrp="1"/>
          </p:cNvSpPr>
          <p:nvPr>
            <p:ph type="body" sz="quarter" idx="14" hasCustomPrompt="1"/>
          </p:nvPr>
        </p:nvSpPr>
        <p:spPr>
          <a:xfrm>
            <a:off x="8162483" y="5699125"/>
            <a:ext cx="3191315" cy="584200"/>
          </a:xfrm>
          <a:prstGeom prst="rect">
            <a:avLst/>
          </a:prstGeom>
        </p:spPr>
        <p:txBody>
          <a:bodyPr/>
          <a:lstStyle>
            <a:lvl1pPr marL="0" indent="0" algn="ctr">
              <a:buNone/>
              <a:defRPr sz="16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Tree>
    <p:extLst>
      <p:ext uri="{BB962C8B-B14F-4D97-AF65-F5344CB8AC3E}">
        <p14:creationId xmlns:p14="http://schemas.microsoft.com/office/powerpoint/2010/main" val="390423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White">
    <p:bg>
      <p:bgPr>
        <a:solidFill>
          <a:schemeClr val="bg1"/>
        </a:solidFill>
        <a:effectLst/>
      </p:bgPr>
    </p:bg>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BA397BCA-740F-4294-431C-DA855188F2C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199" y="921820"/>
            <a:ext cx="3616953" cy="925267"/>
          </a:xfrm>
          <a:prstGeom prst="rect">
            <a:avLst/>
          </a:prstGeom>
        </p:spPr>
      </p:pic>
      <p:sp>
        <p:nvSpPr>
          <p:cNvPr id="4" name="Título 1">
            <a:extLst>
              <a:ext uri="{FF2B5EF4-FFF2-40B4-BE49-F238E27FC236}">
                <a16:creationId xmlns:a16="http://schemas.microsoft.com/office/drawing/2014/main" id="{36D6FAA9-2E5D-1AF4-2A5E-47416F2592B2}"/>
              </a:ext>
            </a:extLst>
          </p:cNvPr>
          <p:cNvSpPr>
            <a:spLocks noGrp="1"/>
          </p:cNvSpPr>
          <p:nvPr>
            <p:ph type="title" hasCustomPrompt="1"/>
          </p:nvPr>
        </p:nvSpPr>
        <p:spPr>
          <a:xfrm>
            <a:off x="838200" y="2432666"/>
            <a:ext cx="6232556" cy="2827219"/>
          </a:xfrm>
        </p:spPr>
        <p:txBody>
          <a:bodyPr/>
          <a:lstStyle>
            <a:lvl1pPr>
              <a:defRPr>
                <a:solidFill>
                  <a:schemeClr val="tx1"/>
                </a:solidFill>
              </a:defRPr>
            </a:lvl1pPr>
          </a:lstStyle>
          <a:p>
            <a:r>
              <a:rPr lang="es-MX"/>
              <a:t>Click to add title</a:t>
            </a:r>
            <a:endParaRPr lang="es-ES"/>
          </a:p>
        </p:txBody>
      </p:sp>
      <p:sp>
        <p:nvSpPr>
          <p:cNvPr id="5" name="Marcador de texto 6">
            <a:extLst>
              <a:ext uri="{FF2B5EF4-FFF2-40B4-BE49-F238E27FC236}">
                <a16:creationId xmlns:a16="http://schemas.microsoft.com/office/drawing/2014/main" id="{B977A7B2-0FB4-B001-CFC5-C567860D418E}"/>
              </a:ext>
            </a:extLst>
          </p:cNvPr>
          <p:cNvSpPr>
            <a:spLocks noGrp="1"/>
          </p:cNvSpPr>
          <p:nvPr>
            <p:ph type="body" sz="quarter" idx="10" hasCustomPrompt="1"/>
          </p:nvPr>
        </p:nvSpPr>
        <p:spPr>
          <a:xfrm>
            <a:off x="838201" y="5468938"/>
            <a:ext cx="6232556" cy="814387"/>
          </a:xfrm>
          <a:prstGeom prst="rect">
            <a:avLst/>
          </a:prstGeom>
        </p:spPr>
        <p:txBody>
          <a:bodyPr/>
          <a:lstStyle>
            <a:lvl1pPr marL="0" indent="0">
              <a:buNone/>
              <a:defRPr>
                <a:solidFill>
                  <a:schemeClr val="accent3"/>
                </a:solidFill>
                <a:latin typeface="Rubik" pitchFamily="2" charset="-79"/>
                <a:cs typeface="Rubik" pitchFamily="2" charset="-79"/>
              </a:defRPr>
            </a:lvl1pPr>
            <a:lvl2pPr>
              <a:defRPr>
                <a:solidFill>
                  <a:schemeClr val="accent3"/>
                </a:solidFill>
                <a:latin typeface="Rubik" pitchFamily="2" charset="-79"/>
                <a:cs typeface="Rubik" pitchFamily="2" charset="-79"/>
              </a:defRPr>
            </a:lvl2pPr>
            <a:lvl3pPr>
              <a:defRPr>
                <a:solidFill>
                  <a:schemeClr val="accent3"/>
                </a:solidFill>
                <a:latin typeface="Rubik" pitchFamily="2" charset="-79"/>
                <a:cs typeface="Rubik" pitchFamily="2" charset="-79"/>
              </a:defRPr>
            </a:lvl3pPr>
            <a:lvl4pPr>
              <a:defRPr>
                <a:solidFill>
                  <a:schemeClr val="accent3"/>
                </a:solidFill>
                <a:latin typeface="Rubik" pitchFamily="2" charset="-79"/>
                <a:cs typeface="Rubik" pitchFamily="2" charset="-79"/>
              </a:defRPr>
            </a:lvl4pPr>
            <a:lvl5pPr>
              <a:defRPr>
                <a:solidFill>
                  <a:schemeClr val="accent3"/>
                </a:solidFill>
                <a:latin typeface="Rubik" pitchFamily="2" charset="-79"/>
                <a:cs typeface="Rubik" pitchFamily="2" charset="-79"/>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ES" err="1"/>
              <a:t>Click</a:t>
            </a:r>
            <a:r>
              <a:rPr lang="es-ES"/>
              <a:t> </a:t>
            </a:r>
            <a:r>
              <a:rPr lang="es-ES" err="1"/>
              <a:t>to</a:t>
            </a:r>
            <a:r>
              <a:rPr lang="es-ES"/>
              <a:t> </a:t>
            </a:r>
            <a:r>
              <a:rPr lang="es-ES" err="1"/>
              <a:t>add</a:t>
            </a:r>
            <a:r>
              <a:rPr lang="es-ES"/>
              <a:t> </a:t>
            </a:r>
            <a:r>
              <a:rPr lang="es-ES" err="1"/>
              <a:t>text</a:t>
            </a:r>
            <a:endParaRPr lang="es-ES"/>
          </a:p>
        </p:txBody>
      </p:sp>
      <p:sp>
        <p:nvSpPr>
          <p:cNvPr id="6" name="Marcador de posición de imagen 3">
            <a:extLst>
              <a:ext uri="{FF2B5EF4-FFF2-40B4-BE49-F238E27FC236}">
                <a16:creationId xmlns:a16="http://schemas.microsoft.com/office/drawing/2014/main" id="{2DA2E098-DABE-3DC0-1673-0E5BA02504FD}"/>
              </a:ext>
            </a:extLst>
          </p:cNvPr>
          <p:cNvSpPr>
            <a:spLocks noGrp="1"/>
          </p:cNvSpPr>
          <p:nvPr>
            <p:ph type="pic" sz="quarter" idx="11"/>
          </p:nvPr>
        </p:nvSpPr>
        <p:spPr>
          <a:xfrm>
            <a:off x="8162484" y="2334902"/>
            <a:ext cx="3191316" cy="3097378"/>
          </a:xfrm>
          <a:custGeom>
            <a:avLst/>
            <a:gdLst>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5488" h="1936750">
                <a:moveTo>
                  <a:pt x="322798" y="0"/>
                </a:moveTo>
                <a:lnTo>
                  <a:pt x="1995488" y="0"/>
                </a:lnTo>
                <a:lnTo>
                  <a:pt x="1995488" y="0"/>
                </a:lnTo>
                <a:lnTo>
                  <a:pt x="1995488" y="1613952"/>
                </a:lnTo>
                <a:cubicBezTo>
                  <a:pt x="1995488" y="1792228"/>
                  <a:pt x="1850966" y="1936750"/>
                  <a:pt x="1672690" y="1936750"/>
                </a:cubicBezTo>
                <a:lnTo>
                  <a:pt x="0" y="1936750"/>
                </a:lnTo>
                <a:lnTo>
                  <a:pt x="0" y="1936750"/>
                </a:lnTo>
                <a:lnTo>
                  <a:pt x="0" y="322798"/>
                </a:lnTo>
                <a:cubicBezTo>
                  <a:pt x="0" y="144522"/>
                  <a:pt x="144522" y="0"/>
                  <a:pt x="322798" y="0"/>
                </a:cubicBezTo>
                <a:close/>
              </a:path>
            </a:pathLst>
          </a:custGeom>
          <a:solidFill>
            <a:schemeClr val="bg2"/>
          </a:solidFill>
        </p:spPr>
        <p:txBody>
          <a:bodyPr/>
          <a:lstStyle>
            <a:lvl1pPr marL="0" indent="0">
              <a:buNone/>
              <a:defRPr>
                <a:noFill/>
              </a:defRPr>
            </a:lvl1pPr>
          </a:lstStyle>
          <a:p>
            <a:endParaRPr lang="es-ES"/>
          </a:p>
        </p:txBody>
      </p:sp>
      <p:sp>
        <p:nvSpPr>
          <p:cNvPr id="7" name="Marcador de texto 21">
            <a:extLst>
              <a:ext uri="{FF2B5EF4-FFF2-40B4-BE49-F238E27FC236}">
                <a16:creationId xmlns:a16="http://schemas.microsoft.com/office/drawing/2014/main" id="{EB53CFD5-383A-1282-7C4C-8BDD691BEF68}"/>
              </a:ext>
            </a:extLst>
          </p:cNvPr>
          <p:cNvSpPr>
            <a:spLocks noGrp="1"/>
          </p:cNvSpPr>
          <p:nvPr>
            <p:ph type="body" sz="quarter" idx="14" hasCustomPrompt="1"/>
          </p:nvPr>
        </p:nvSpPr>
        <p:spPr>
          <a:xfrm>
            <a:off x="8162483" y="5699125"/>
            <a:ext cx="3191315" cy="584200"/>
          </a:xfrm>
          <a:prstGeom prst="rect">
            <a:avLst/>
          </a:prstGeom>
        </p:spPr>
        <p:txBody>
          <a:bodyPr/>
          <a:lstStyle>
            <a:lvl1pPr marL="0" indent="0" algn="ctr">
              <a:buNone/>
              <a:defRPr sz="16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Tree>
    <p:extLst>
      <p:ext uri="{BB962C8B-B14F-4D97-AF65-F5344CB8AC3E}">
        <p14:creationId xmlns:p14="http://schemas.microsoft.com/office/powerpoint/2010/main" val="3988638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ue">
    <p:bg>
      <p:bgPr>
        <a:solidFill>
          <a:schemeClr val="tx2"/>
        </a:solidFill>
        <a:effectLst/>
      </p:bgPr>
    </p:bg>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DE42A96B-FAC9-7DE4-E75F-89D92FCBA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923187"/>
            <a:ext cx="3617068" cy="925296"/>
          </a:xfrm>
          <a:prstGeom prst="rect">
            <a:avLst/>
          </a:prstGeom>
        </p:spPr>
      </p:pic>
      <p:sp>
        <p:nvSpPr>
          <p:cNvPr id="4" name="Título 1">
            <a:extLst>
              <a:ext uri="{FF2B5EF4-FFF2-40B4-BE49-F238E27FC236}">
                <a16:creationId xmlns:a16="http://schemas.microsoft.com/office/drawing/2014/main" id="{73D44C11-EE7F-B168-E5CE-CF7806ED58B7}"/>
              </a:ext>
            </a:extLst>
          </p:cNvPr>
          <p:cNvSpPr>
            <a:spLocks noGrp="1"/>
          </p:cNvSpPr>
          <p:nvPr>
            <p:ph type="title" hasCustomPrompt="1"/>
          </p:nvPr>
        </p:nvSpPr>
        <p:spPr>
          <a:xfrm>
            <a:off x="838200" y="2432666"/>
            <a:ext cx="6232556" cy="2827219"/>
          </a:xfrm>
        </p:spPr>
        <p:txBody>
          <a:bodyPr/>
          <a:lstStyle/>
          <a:p>
            <a:r>
              <a:rPr lang="es-MX"/>
              <a:t>Click to add title</a:t>
            </a:r>
            <a:endParaRPr lang="es-ES"/>
          </a:p>
        </p:txBody>
      </p:sp>
      <p:sp>
        <p:nvSpPr>
          <p:cNvPr id="5" name="Marcador de texto 6">
            <a:extLst>
              <a:ext uri="{FF2B5EF4-FFF2-40B4-BE49-F238E27FC236}">
                <a16:creationId xmlns:a16="http://schemas.microsoft.com/office/drawing/2014/main" id="{54CD8D8D-F05A-1F2D-778A-30056B43287F}"/>
              </a:ext>
            </a:extLst>
          </p:cNvPr>
          <p:cNvSpPr>
            <a:spLocks noGrp="1"/>
          </p:cNvSpPr>
          <p:nvPr>
            <p:ph type="body" sz="quarter" idx="10" hasCustomPrompt="1"/>
          </p:nvPr>
        </p:nvSpPr>
        <p:spPr>
          <a:xfrm>
            <a:off x="838201" y="5468938"/>
            <a:ext cx="6232556" cy="814387"/>
          </a:xfrm>
          <a:prstGeom prst="rect">
            <a:avLst/>
          </a:prstGeom>
        </p:spPr>
        <p:txBody>
          <a:bodyPr/>
          <a:lstStyle>
            <a:lvl1pPr marL="0" indent="0">
              <a:buNone/>
              <a:defRPr b="0" i="0">
                <a:solidFill>
                  <a:schemeClr val="accent3"/>
                </a:solidFill>
                <a:latin typeface="Rubik" pitchFamily="2" charset="-79"/>
                <a:cs typeface="Rubik" pitchFamily="2" charset="-79"/>
              </a:defRPr>
            </a:lvl1pPr>
            <a:lvl2pPr>
              <a:defRPr b="0" i="0">
                <a:solidFill>
                  <a:schemeClr val="accent3"/>
                </a:solidFill>
                <a:latin typeface="Rubik" pitchFamily="2" charset="-79"/>
                <a:cs typeface="Rubik" pitchFamily="2" charset="-79"/>
              </a:defRPr>
            </a:lvl2pPr>
            <a:lvl3pPr>
              <a:defRPr b="0" i="0">
                <a:solidFill>
                  <a:schemeClr val="accent3"/>
                </a:solidFill>
                <a:latin typeface="Rubik" pitchFamily="2" charset="-79"/>
                <a:cs typeface="Rubik" pitchFamily="2" charset="-79"/>
              </a:defRPr>
            </a:lvl3pPr>
            <a:lvl4pPr>
              <a:defRPr b="0" i="0">
                <a:solidFill>
                  <a:schemeClr val="accent3"/>
                </a:solidFill>
                <a:latin typeface="Rubik" pitchFamily="2" charset="-79"/>
                <a:cs typeface="Rubik" pitchFamily="2" charset="-79"/>
              </a:defRPr>
            </a:lvl4pPr>
            <a:lvl5pPr>
              <a:defRPr b="0" i="0">
                <a:solidFill>
                  <a:schemeClr val="accent3"/>
                </a:solidFill>
                <a:latin typeface="Rubik" pitchFamily="2" charset="-79"/>
                <a:cs typeface="Rubik" pitchFamily="2" charset="-79"/>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ES" err="1"/>
              <a:t>Click</a:t>
            </a:r>
            <a:r>
              <a:rPr lang="es-ES"/>
              <a:t> </a:t>
            </a:r>
            <a:r>
              <a:rPr lang="es-ES" err="1"/>
              <a:t>to</a:t>
            </a:r>
            <a:r>
              <a:rPr lang="es-ES"/>
              <a:t> </a:t>
            </a:r>
            <a:r>
              <a:rPr lang="es-ES" err="1"/>
              <a:t>add</a:t>
            </a:r>
            <a:r>
              <a:rPr lang="es-ES"/>
              <a:t> </a:t>
            </a:r>
            <a:r>
              <a:rPr lang="es-ES" err="1"/>
              <a:t>text</a:t>
            </a:r>
            <a:endParaRPr lang="es-ES"/>
          </a:p>
          <a:p>
            <a:pPr lvl="0"/>
            <a:endParaRPr lang="es-ES"/>
          </a:p>
        </p:txBody>
      </p:sp>
      <p:sp>
        <p:nvSpPr>
          <p:cNvPr id="6" name="Marcador de posición de imagen 3">
            <a:extLst>
              <a:ext uri="{FF2B5EF4-FFF2-40B4-BE49-F238E27FC236}">
                <a16:creationId xmlns:a16="http://schemas.microsoft.com/office/drawing/2014/main" id="{60C17850-2884-05A3-2EA1-8733C8DF0D5A}"/>
              </a:ext>
            </a:extLst>
          </p:cNvPr>
          <p:cNvSpPr>
            <a:spLocks noGrp="1"/>
          </p:cNvSpPr>
          <p:nvPr>
            <p:ph type="pic" sz="quarter" idx="11"/>
          </p:nvPr>
        </p:nvSpPr>
        <p:spPr>
          <a:xfrm>
            <a:off x="8162484" y="2334902"/>
            <a:ext cx="3191316" cy="3097378"/>
          </a:xfrm>
          <a:custGeom>
            <a:avLst/>
            <a:gdLst>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5488" h="1936750">
                <a:moveTo>
                  <a:pt x="322798" y="0"/>
                </a:moveTo>
                <a:lnTo>
                  <a:pt x="1995488" y="0"/>
                </a:lnTo>
                <a:lnTo>
                  <a:pt x="1995488" y="0"/>
                </a:lnTo>
                <a:lnTo>
                  <a:pt x="1995488" y="1613952"/>
                </a:lnTo>
                <a:cubicBezTo>
                  <a:pt x="1995488" y="1792228"/>
                  <a:pt x="1850966" y="1936750"/>
                  <a:pt x="1672690" y="1936750"/>
                </a:cubicBezTo>
                <a:lnTo>
                  <a:pt x="0" y="1936750"/>
                </a:lnTo>
                <a:lnTo>
                  <a:pt x="0" y="1936750"/>
                </a:lnTo>
                <a:lnTo>
                  <a:pt x="0" y="322798"/>
                </a:lnTo>
                <a:cubicBezTo>
                  <a:pt x="0" y="144522"/>
                  <a:pt x="144522" y="0"/>
                  <a:pt x="322798" y="0"/>
                </a:cubicBezTo>
                <a:close/>
              </a:path>
            </a:pathLst>
          </a:custGeom>
          <a:solidFill>
            <a:schemeClr val="bg2"/>
          </a:solidFill>
        </p:spPr>
        <p:txBody>
          <a:bodyPr/>
          <a:lstStyle>
            <a:lvl1pPr marL="0" indent="0">
              <a:buNone/>
              <a:defRPr>
                <a:noFill/>
              </a:defRPr>
            </a:lvl1pPr>
          </a:lstStyle>
          <a:p>
            <a:endParaRPr lang="es-ES"/>
          </a:p>
        </p:txBody>
      </p:sp>
      <p:sp>
        <p:nvSpPr>
          <p:cNvPr id="7" name="Marcador de texto 21">
            <a:extLst>
              <a:ext uri="{FF2B5EF4-FFF2-40B4-BE49-F238E27FC236}">
                <a16:creationId xmlns:a16="http://schemas.microsoft.com/office/drawing/2014/main" id="{BB384553-E81F-320C-A6F0-A2DCB6D7E98F}"/>
              </a:ext>
            </a:extLst>
          </p:cNvPr>
          <p:cNvSpPr>
            <a:spLocks noGrp="1"/>
          </p:cNvSpPr>
          <p:nvPr>
            <p:ph type="body" sz="quarter" idx="14" hasCustomPrompt="1"/>
          </p:nvPr>
        </p:nvSpPr>
        <p:spPr>
          <a:xfrm>
            <a:off x="8162483" y="5699125"/>
            <a:ext cx="3191315" cy="584200"/>
          </a:xfrm>
          <a:prstGeom prst="rect">
            <a:avLst/>
          </a:prstGeom>
        </p:spPr>
        <p:txBody>
          <a:bodyPr/>
          <a:lstStyle>
            <a:lvl1pPr marL="0" indent="0" algn="ctr">
              <a:buNone/>
              <a:defRPr sz="16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Tree>
    <p:extLst>
      <p:ext uri="{BB962C8B-B14F-4D97-AF65-F5344CB8AC3E}">
        <p14:creationId xmlns:p14="http://schemas.microsoft.com/office/powerpoint/2010/main" val="3185531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White">
    <p:bg>
      <p:bgPr>
        <a:solidFill>
          <a:schemeClr val="bg1"/>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F6D6CE9-A5DA-D016-1238-1D53B2DDB4A5}"/>
              </a:ext>
            </a:extLst>
          </p:cNvPr>
          <p:cNvSpPr/>
          <p:nvPr userDrawn="1"/>
        </p:nvSpPr>
        <p:spPr>
          <a:xfrm>
            <a:off x="430876" y="322522"/>
            <a:ext cx="3006435" cy="953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6" name="Rectángulo 5">
            <a:extLst>
              <a:ext uri="{FF2B5EF4-FFF2-40B4-BE49-F238E27FC236}">
                <a16:creationId xmlns:a16="http://schemas.microsoft.com/office/drawing/2014/main" id="{B72E7D07-9F62-24F6-75EB-8BB73F7E7B66}"/>
              </a:ext>
            </a:extLst>
          </p:cNvPr>
          <p:cNvSpPr/>
          <p:nvPr userDrawn="1"/>
        </p:nvSpPr>
        <p:spPr>
          <a:xfrm>
            <a:off x="9185564" y="0"/>
            <a:ext cx="300643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8" name="Marcador de título 1">
            <a:extLst>
              <a:ext uri="{FF2B5EF4-FFF2-40B4-BE49-F238E27FC236}">
                <a16:creationId xmlns:a16="http://schemas.microsoft.com/office/drawing/2014/main" id="{66643F84-6C7B-506A-B432-AF6F56020780}"/>
              </a:ext>
            </a:extLst>
          </p:cNvPr>
          <p:cNvSpPr>
            <a:spLocks noGrp="1"/>
          </p:cNvSpPr>
          <p:nvPr>
            <p:ph type="title" hasCustomPrompt="1"/>
          </p:nvPr>
        </p:nvSpPr>
        <p:spPr>
          <a:xfrm>
            <a:off x="838200" y="2698271"/>
            <a:ext cx="6987363" cy="2227000"/>
          </a:xfrm>
          <a:prstGeom prst="rect">
            <a:avLst/>
          </a:prstGeom>
        </p:spPr>
        <p:txBody>
          <a:bodyPr vert="horz" lIns="91440" tIns="45720" rIns="91440" bIns="45720" rtlCol="0" anchor="ctr">
            <a:noAutofit/>
          </a:bodyPr>
          <a:lstStyle>
            <a:lvl1pPr>
              <a:defRPr sz="5400">
                <a:solidFill>
                  <a:schemeClr val="tx1"/>
                </a:solidFill>
              </a:defRPr>
            </a:lvl1pPr>
          </a:lstStyle>
          <a:p>
            <a:r>
              <a:rPr lang="es-MX"/>
              <a:t>Click to add title</a:t>
            </a:r>
            <a:endParaRPr lang="es-UY"/>
          </a:p>
        </p:txBody>
      </p:sp>
      <p:pic>
        <p:nvPicPr>
          <p:cNvPr id="2" name="Imagen 1">
            <a:extLst>
              <a:ext uri="{FF2B5EF4-FFF2-40B4-BE49-F238E27FC236}">
                <a16:creationId xmlns:a16="http://schemas.microsoft.com/office/drawing/2014/main" id="{41D40ED6-DC87-D429-5500-57ECEDD56C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4850" y="587724"/>
            <a:ext cx="1831848" cy="468612"/>
          </a:xfrm>
          <a:prstGeom prst="rect">
            <a:avLst/>
          </a:prstGeom>
        </p:spPr>
      </p:pic>
      <p:pic>
        <p:nvPicPr>
          <p:cNvPr id="4" name="Gráfico 3">
            <a:extLst>
              <a:ext uri="{FF2B5EF4-FFF2-40B4-BE49-F238E27FC236}">
                <a16:creationId xmlns:a16="http://schemas.microsoft.com/office/drawing/2014/main" id="{659FD2EB-2DD3-EF39-7540-0C6F7F1DA73C}"/>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92" b="38087"/>
          <a:stretch/>
        </p:blipFill>
        <p:spPr>
          <a:xfrm>
            <a:off x="9497290" y="1"/>
            <a:ext cx="2694709" cy="6858000"/>
          </a:xfrm>
          <a:prstGeom prst="rect">
            <a:avLst/>
          </a:prstGeom>
        </p:spPr>
      </p:pic>
    </p:spTree>
    <p:extLst>
      <p:ext uri="{BB962C8B-B14F-4D97-AF65-F5344CB8AC3E}">
        <p14:creationId xmlns:p14="http://schemas.microsoft.com/office/powerpoint/2010/main" val="15913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1E54D1-B957-43AF-AFB9-64C08BE08937}"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A6D1B0-B402-4F7C-B3B2-A4120F380EEA}" type="slidenum">
              <a:rPr lang="en-US" smtClean="0"/>
              <a:t>‹#›</a:t>
            </a:fld>
            <a:endParaRPr lang="en-US"/>
          </a:p>
        </p:txBody>
      </p:sp>
    </p:spTree>
    <p:extLst>
      <p:ext uri="{BB962C8B-B14F-4D97-AF65-F5344CB8AC3E}">
        <p14:creationId xmlns:p14="http://schemas.microsoft.com/office/powerpoint/2010/main" val="1488065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pic>
        <p:nvPicPr>
          <p:cNvPr id="5" name="Gráfico 4">
            <a:extLst>
              <a:ext uri="{FF2B5EF4-FFF2-40B4-BE49-F238E27FC236}">
                <a16:creationId xmlns:a16="http://schemas.microsoft.com/office/drawing/2014/main" id="{56695593-ECC9-43AF-5D1A-14CF88E646B7}"/>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83792" b="38087"/>
          <a:stretch/>
        </p:blipFill>
        <p:spPr>
          <a:xfrm>
            <a:off x="9497290" y="1"/>
            <a:ext cx="2694709" cy="6858000"/>
          </a:xfrm>
          <a:prstGeom prst="rect">
            <a:avLst/>
          </a:prstGeom>
        </p:spPr>
      </p:pic>
      <p:sp>
        <p:nvSpPr>
          <p:cNvPr id="2" name="Título 1">
            <a:extLst>
              <a:ext uri="{FF2B5EF4-FFF2-40B4-BE49-F238E27FC236}">
                <a16:creationId xmlns:a16="http://schemas.microsoft.com/office/drawing/2014/main" id="{B6D39B8A-9AF5-5CB7-2528-D1AB2F693FA5}"/>
              </a:ext>
            </a:extLst>
          </p:cNvPr>
          <p:cNvSpPr>
            <a:spLocks noGrp="1"/>
          </p:cNvSpPr>
          <p:nvPr>
            <p:ph type="title" hasCustomPrompt="1"/>
          </p:nvPr>
        </p:nvSpPr>
        <p:spPr/>
        <p:txBody>
          <a:bodyPr anchor="ct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22" name="Marcador de texto 21">
            <a:extLst>
              <a:ext uri="{FF2B5EF4-FFF2-40B4-BE49-F238E27FC236}">
                <a16:creationId xmlns:a16="http://schemas.microsoft.com/office/drawing/2014/main" id="{CBAA4F45-6144-1DCC-A0BF-D4DF0737CAA9}"/>
              </a:ext>
            </a:extLst>
          </p:cNvPr>
          <p:cNvSpPr>
            <a:spLocks noGrp="1"/>
          </p:cNvSpPr>
          <p:nvPr>
            <p:ph type="body" sz="quarter" idx="14" hasCustomPrompt="1"/>
          </p:nvPr>
        </p:nvSpPr>
        <p:spPr>
          <a:xfrm>
            <a:off x="6096001" y="5544635"/>
            <a:ext cx="4693681" cy="330332"/>
          </a:xfrm>
          <a:prstGeom prst="rect">
            <a:avLst/>
          </a:prstGeom>
        </p:spPr>
        <p:txBody>
          <a:bodyPr/>
          <a:lstStyle>
            <a:lvl1pPr marL="0" indent="0" algn="ctr">
              <a:buNone/>
              <a:defRPr sz="1600" b="1">
                <a:solidFill>
                  <a:schemeClr val="tx2"/>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10" name="Marcador de texto 21">
            <a:extLst>
              <a:ext uri="{FF2B5EF4-FFF2-40B4-BE49-F238E27FC236}">
                <a16:creationId xmlns:a16="http://schemas.microsoft.com/office/drawing/2014/main" id="{AB783759-F05E-6E30-B4FE-B7B3E847D9C8}"/>
              </a:ext>
            </a:extLst>
          </p:cNvPr>
          <p:cNvSpPr>
            <a:spLocks noGrp="1"/>
          </p:cNvSpPr>
          <p:nvPr>
            <p:ph type="body" sz="quarter" idx="27" hasCustomPrompt="1"/>
          </p:nvPr>
        </p:nvSpPr>
        <p:spPr>
          <a:xfrm>
            <a:off x="765047" y="1733776"/>
            <a:ext cx="7117079" cy="333875"/>
          </a:xfrm>
          <a:prstGeom prst="rect">
            <a:avLst/>
          </a:prstGeom>
        </p:spPr>
        <p:txBody>
          <a:bodyPr/>
          <a:lstStyle>
            <a:lvl1pPr marL="0" indent="0" algn="l">
              <a:buNone/>
              <a:defRPr sz="1600" b="0">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7" name="Marcador de posición de imagen 3">
            <a:extLst>
              <a:ext uri="{FF2B5EF4-FFF2-40B4-BE49-F238E27FC236}">
                <a16:creationId xmlns:a16="http://schemas.microsoft.com/office/drawing/2014/main" id="{26A93FD4-83C2-71D1-C5AC-07737A89FEE2}"/>
              </a:ext>
            </a:extLst>
          </p:cNvPr>
          <p:cNvSpPr>
            <a:spLocks noGrp="1"/>
          </p:cNvSpPr>
          <p:nvPr>
            <p:ph type="pic" sz="quarter" idx="29"/>
          </p:nvPr>
        </p:nvSpPr>
        <p:spPr>
          <a:xfrm>
            <a:off x="6096000" y="2689115"/>
            <a:ext cx="4693682" cy="2670536"/>
          </a:xfrm>
          <a:custGeom>
            <a:avLst/>
            <a:gdLst>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4765848"/>
              <a:gd name="connsiteY0" fmla="*/ 18107 h 1954857"/>
              <a:gd name="connsiteX1" fmla="*/ 1995488 w 4765848"/>
              <a:gd name="connsiteY1" fmla="*/ 18107 h 1954857"/>
              <a:gd name="connsiteX2" fmla="*/ 4765848 w 4765848"/>
              <a:gd name="connsiteY2" fmla="*/ 0 h 1954857"/>
              <a:gd name="connsiteX3" fmla="*/ 1995488 w 4765848"/>
              <a:gd name="connsiteY3" fmla="*/ 163205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693421 w 4765848"/>
              <a:gd name="connsiteY3" fmla="*/ 1668272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693682"/>
              <a:gd name="connsiteY0" fmla="*/ 9053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322798 w 4693682"/>
              <a:gd name="connsiteY8" fmla="*/ 9053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503868 w 4693682"/>
              <a:gd name="connsiteY8" fmla="*/ 15649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503868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3682" h="1945803">
                <a:moveTo>
                  <a:pt x="549136" y="22245"/>
                </a:moveTo>
                <a:lnTo>
                  <a:pt x="1995488" y="9053"/>
                </a:lnTo>
                <a:lnTo>
                  <a:pt x="4675314" y="0"/>
                </a:lnTo>
                <a:cubicBezTo>
                  <a:pt x="4672296" y="553073"/>
                  <a:pt x="4696439" y="1106145"/>
                  <a:pt x="4693421" y="1659218"/>
                </a:cubicBezTo>
                <a:cubicBezTo>
                  <a:pt x="4693421" y="1837494"/>
                  <a:pt x="4576059" y="1927696"/>
                  <a:pt x="4397783" y="1927696"/>
                </a:cubicBezTo>
                <a:lnTo>
                  <a:pt x="0" y="1945803"/>
                </a:lnTo>
                <a:lnTo>
                  <a:pt x="0" y="1945803"/>
                </a:lnTo>
                <a:lnTo>
                  <a:pt x="0" y="338448"/>
                </a:lnTo>
                <a:cubicBezTo>
                  <a:pt x="0" y="41434"/>
                  <a:pt x="198844" y="15648"/>
                  <a:pt x="549136" y="22245"/>
                </a:cubicBezTo>
                <a:close/>
              </a:path>
            </a:pathLst>
          </a:custGeom>
          <a:solidFill>
            <a:schemeClr val="bg2"/>
          </a:solidFill>
        </p:spPr>
        <p:txBody>
          <a:bodyPr/>
          <a:lstStyle>
            <a:lvl1pPr marL="0" indent="0">
              <a:buNone/>
              <a:defRPr>
                <a:noFill/>
              </a:defRPr>
            </a:lvl1pPr>
          </a:lstStyle>
          <a:p>
            <a:endParaRPr lang="es-ES"/>
          </a:p>
        </p:txBody>
      </p:sp>
      <p:sp>
        <p:nvSpPr>
          <p:cNvPr id="3" name="Marcador de texto 21">
            <a:extLst>
              <a:ext uri="{FF2B5EF4-FFF2-40B4-BE49-F238E27FC236}">
                <a16:creationId xmlns:a16="http://schemas.microsoft.com/office/drawing/2014/main" id="{E50BBE22-26E7-C8B4-5FDA-FAE04808DD2A}"/>
              </a:ext>
            </a:extLst>
          </p:cNvPr>
          <p:cNvSpPr>
            <a:spLocks noGrp="1"/>
          </p:cNvSpPr>
          <p:nvPr>
            <p:ph type="body" sz="quarter" idx="30" hasCustomPrompt="1"/>
          </p:nvPr>
        </p:nvSpPr>
        <p:spPr>
          <a:xfrm>
            <a:off x="765047" y="2689114"/>
            <a:ext cx="4693681" cy="3185853"/>
          </a:xfrm>
          <a:prstGeom prst="rect">
            <a:avLst/>
          </a:prstGeom>
        </p:spPr>
        <p:txBody>
          <a:bodyPr anchor="ctr"/>
          <a:lstStyle>
            <a:lvl1pPr marL="0" indent="0" algn="l">
              <a:buNone/>
              <a:defRPr sz="1400" b="1">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pic>
        <p:nvPicPr>
          <p:cNvPr id="6" name="Imagen 5">
            <a:extLst>
              <a:ext uri="{FF2B5EF4-FFF2-40B4-BE49-F238E27FC236}">
                <a16:creationId xmlns:a16="http://schemas.microsoft.com/office/drawing/2014/main" id="{E957C9B6-06E2-C88B-A828-3D5C8ACA1F3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Tree>
    <p:extLst>
      <p:ext uri="{BB962C8B-B14F-4D97-AF65-F5344CB8AC3E}">
        <p14:creationId xmlns:p14="http://schemas.microsoft.com/office/powerpoint/2010/main" val="384782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avy">
    <p:bg>
      <p:bgPr>
        <a:solidFill>
          <a:schemeClr val="accent1"/>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398E4DC3-7AB3-2136-C498-BA930C2C3AA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882" r="75573" b="37758"/>
          <a:stretch/>
        </p:blipFill>
        <p:spPr>
          <a:xfrm>
            <a:off x="9455726" y="0"/>
            <a:ext cx="2736273" cy="6858001"/>
          </a:xfrm>
          <a:prstGeom prst="rect">
            <a:avLst/>
          </a:prstGeom>
        </p:spPr>
      </p:pic>
      <p:pic>
        <p:nvPicPr>
          <p:cNvPr id="3" name="Imagen 2">
            <a:extLst>
              <a:ext uri="{FF2B5EF4-FFF2-40B4-BE49-F238E27FC236}">
                <a16:creationId xmlns:a16="http://schemas.microsoft.com/office/drawing/2014/main" id="{2508BA3D-0989-13AC-E5C5-2C9CBC8A2C4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5987"/>
            <a:ext cx="1831848" cy="468613"/>
          </a:xfrm>
          <a:prstGeom prst="rect">
            <a:avLst/>
          </a:prstGeom>
        </p:spPr>
      </p:pic>
      <p:sp>
        <p:nvSpPr>
          <p:cNvPr id="17" name="Marcador de texto 21">
            <a:extLst>
              <a:ext uri="{FF2B5EF4-FFF2-40B4-BE49-F238E27FC236}">
                <a16:creationId xmlns:a16="http://schemas.microsoft.com/office/drawing/2014/main" id="{758147A0-D804-EAB9-FCE7-5A63881E00A6}"/>
              </a:ext>
            </a:extLst>
          </p:cNvPr>
          <p:cNvSpPr>
            <a:spLocks noGrp="1"/>
          </p:cNvSpPr>
          <p:nvPr>
            <p:ph type="body" sz="quarter" idx="27" hasCustomPrompt="1"/>
          </p:nvPr>
        </p:nvSpPr>
        <p:spPr>
          <a:xfrm>
            <a:off x="765047" y="1733776"/>
            <a:ext cx="7117079" cy="333875"/>
          </a:xfrm>
          <a:prstGeom prst="rect">
            <a:avLst/>
          </a:prstGeom>
        </p:spPr>
        <p:txBody>
          <a:bodyPr/>
          <a:lstStyle>
            <a:lvl1pPr marL="0" indent="0" algn="l">
              <a:buNone/>
              <a:defRPr sz="16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5" name="Marcador de texto 21">
            <a:extLst>
              <a:ext uri="{FF2B5EF4-FFF2-40B4-BE49-F238E27FC236}">
                <a16:creationId xmlns:a16="http://schemas.microsoft.com/office/drawing/2014/main" id="{DA69D14C-E72C-C3A2-C380-B309912A3028}"/>
              </a:ext>
            </a:extLst>
          </p:cNvPr>
          <p:cNvSpPr>
            <a:spLocks noGrp="1"/>
          </p:cNvSpPr>
          <p:nvPr>
            <p:ph type="body" sz="quarter" idx="14" hasCustomPrompt="1"/>
          </p:nvPr>
        </p:nvSpPr>
        <p:spPr>
          <a:xfrm>
            <a:off x="6096001" y="5544635"/>
            <a:ext cx="4693681" cy="330332"/>
          </a:xfrm>
          <a:prstGeom prst="rect">
            <a:avLst/>
          </a:prstGeom>
        </p:spPr>
        <p:txBody>
          <a:bodyPr/>
          <a:lstStyle>
            <a:lvl1pPr marL="0" indent="0" algn="ctr">
              <a:buNone/>
              <a:defRPr sz="16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9" name="Marcador de posición de imagen 3">
            <a:extLst>
              <a:ext uri="{FF2B5EF4-FFF2-40B4-BE49-F238E27FC236}">
                <a16:creationId xmlns:a16="http://schemas.microsoft.com/office/drawing/2014/main" id="{4EC1E568-E677-888A-700A-715ACB4AFB9D}"/>
              </a:ext>
            </a:extLst>
          </p:cNvPr>
          <p:cNvSpPr>
            <a:spLocks noGrp="1"/>
          </p:cNvSpPr>
          <p:nvPr>
            <p:ph type="pic" sz="quarter" idx="29"/>
          </p:nvPr>
        </p:nvSpPr>
        <p:spPr>
          <a:xfrm>
            <a:off x="6096000" y="2689115"/>
            <a:ext cx="4693682" cy="2670536"/>
          </a:xfrm>
          <a:custGeom>
            <a:avLst/>
            <a:gdLst>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4765848"/>
              <a:gd name="connsiteY0" fmla="*/ 18107 h 1954857"/>
              <a:gd name="connsiteX1" fmla="*/ 1995488 w 4765848"/>
              <a:gd name="connsiteY1" fmla="*/ 18107 h 1954857"/>
              <a:gd name="connsiteX2" fmla="*/ 4765848 w 4765848"/>
              <a:gd name="connsiteY2" fmla="*/ 0 h 1954857"/>
              <a:gd name="connsiteX3" fmla="*/ 1995488 w 4765848"/>
              <a:gd name="connsiteY3" fmla="*/ 163205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693421 w 4765848"/>
              <a:gd name="connsiteY3" fmla="*/ 1668272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693682"/>
              <a:gd name="connsiteY0" fmla="*/ 9053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322798 w 4693682"/>
              <a:gd name="connsiteY8" fmla="*/ 9053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503868 w 4693682"/>
              <a:gd name="connsiteY8" fmla="*/ 15649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503868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3682" h="1945803">
                <a:moveTo>
                  <a:pt x="549136" y="22245"/>
                </a:moveTo>
                <a:lnTo>
                  <a:pt x="1995488" y="9053"/>
                </a:lnTo>
                <a:lnTo>
                  <a:pt x="4675314" y="0"/>
                </a:lnTo>
                <a:cubicBezTo>
                  <a:pt x="4672296" y="553073"/>
                  <a:pt x="4696439" y="1106145"/>
                  <a:pt x="4693421" y="1659218"/>
                </a:cubicBezTo>
                <a:cubicBezTo>
                  <a:pt x="4693421" y="1837494"/>
                  <a:pt x="4576059" y="1927696"/>
                  <a:pt x="4397783" y="1927696"/>
                </a:cubicBezTo>
                <a:lnTo>
                  <a:pt x="0" y="1945803"/>
                </a:lnTo>
                <a:lnTo>
                  <a:pt x="0" y="1945803"/>
                </a:lnTo>
                <a:lnTo>
                  <a:pt x="0" y="338448"/>
                </a:lnTo>
                <a:cubicBezTo>
                  <a:pt x="0" y="41434"/>
                  <a:pt x="198844" y="15648"/>
                  <a:pt x="549136" y="22245"/>
                </a:cubicBezTo>
                <a:close/>
              </a:path>
            </a:pathLst>
          </a:custGeom>
          <a:solidFill>
            <a:schemeClr val="bg2"/>
          </a:solidFill>
        </p:spPr>
        <p:txBody>
          <a:bodyPr/>
          <a:lstStyle>
            <a:lvl1pPr marL="0" indent="0">
              <a:buNone/>
              <a:defRPr>
                <a:noFill/>
              </a:defRPr>
            </a:lvl1pPr>
          </a:lstStyle>
          <a:p>
            <a:endParaRPr lang="es-ES"/>
          </a:p>
        </p:txBody>
      </p:sp>
      <p:sp>
        <p:nvSpPr>
          <p:cNvPr id="10" name="Marcador de texto 21">
            <a:extLst>
              <a:ext uri="{FF2B5EF4-FFF2-40B4-BE49-F238E27FC236}">
                <a16:creationId xmlns:a16="http://schemas.microsoft.com/office/drawing/2014/main" id="{136AF9BE-C3B1-5580-B986-BBFE982EE97C}"/>
              </a:ext>
            </a:extLst>
          </p:cNvPr>
          <p:cNvSpPr>
            <a:spLocks noGrp="1"/>
          </p:cNvSpPr>
          <p:nvPr>
            <p:ph type="body" sz="quarter" idx="30" hasCustomPrompt="1"/>
          </p:nvPr>
        </p:nvSpPr>
        <p:spPr>
          <a:xfrm>
            <a:off x="765047" y="2689114"/>
            <a:ext cx="4693681" cy="3185853"/>
          </a:xfrm>
          <a:prstGeom prst="rect">
            <a:avLst/>
          </a:prstGeom>
        </p:spPr>
        <p:txBody>
          <a:bodyPr anchor="ctr"/>
          <a:lstStyle>
            <a:lvl1pPr marL="0" indent="0" algn="l">
              <a:buNone/>
              <a:defRPr sz="1400" b="1">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4" name="Título 1">
            <a:extLst>
              <a:ext uri="{FF2B5EF4-FFF2-40B4-BE49-F238E27FC236}">
                <a16:creationId xmlns:a16="http://schemas.microsoft.com/office/drawing/2014/main" id="{5EA30E6A-718F-0513-5A92-B2BD90DCB509}"/>
              </a:ext>
            </a:extLst>
          </p:cNvPr>
          <p:cNvSpPr>
            <a:spLocks noGrp="1"/>
          </p:cNvSpPr>
          <p:nvPr>
            <p:ph type="title" hasCustomPrompt="1"/>
          </p:nvPr>
        </p:nvSpPr>
        <p:spPr>
          <a:xfrm>
            <a:off x="765048" y="690792"/>
            <a:ext cx="7117080" cy="1020418"/>
          </a:xfrm>
        </p:spPr>
        <p:txBody>
          <a:bodyPr anchor="ctr"/>
          <a:lstStyle>
            <a:lvl1pPr>
              <a:defRPr>
                <a:solidFill>
                  <a:schemeClr val="bg1"/>
                </a:solidFill>
              </a:defRPr>
            </a:lvl1pPr>
          </a:lstStyle>
          <a:p>
            <a:r>
              <a:rPr lang="es-MX"/>
              <a:t>Click to add title</a:t>
            </a:r>
            <a:endParaRPr lang="es-ES"/>
          </a:p>
        </p:txBody>
      </p:sp>
    </p:spTree>
    <p:extLst>
      <p:ext uri="{BB962C8B-B14F-4D97-AF65-F5344CB8AC3E}">
        <p14:creationId xmlns:p14="http://schemas.microsoft.com/office/powerpoint/2010/main" val="1928179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White">
    <p:spTree>
      <p:nvGrpSpPr>
        <p:cNvPr id="1" name=""/>
        <p:cNvGrpSpPr/>
        <p:nvPr/>
      </p:nvGrpSpPr>
      <p:grpSpPr>
        <a:xfrm>
          <a:off x="0" y="0"/>
          <a:ext cx="0" cy="0"/>
          <a:chOff x="0" y="0"/>
          <a:chExt cx="0" cy="0"/>
        </a:xfrm>
      </p:grpSpPr>
      <p:sp>
        <p:nvSpPr>
          <p:cNvPr id="20" name="Redondear rectángulo de esquina diagonal 19">
            <a:extLst>
              <a:ext uri="{FF2B5EF4-FFF2-40B4-BE49-F238E27FC236}">
                <a16:creationId xmlns:a16="http://schemas.microsoft.com/office/drawing/2014/main" id="{D99D193B-D4F7-1D51-BF0B-8A9518B026BC}"/>
              </a:ext>
            </a:extLst>
          </p:cNvPr>
          <p:cNvSpPr/>
          <p:nvPr userDrawn="1"/>
        </p:nvSpPr>
        <p:spPr>
          <a:xfrm>
            <a:off x="6096000" y="0"/>
            <a:ext cx="6096000" cy="6858000"/>
          </a:xfrm>
          <a:prstGeom prst="round2Diag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2" name="Título 1">
            <a:extLst>
              <a:ext uri="{FF2B5EF4-FFF2-40B4-BE49-F238E27FC236}">
                <a16:creationId xmlns:a16="http://schemas.microsoft.com/office/drawing/2014/main" id="{B6D39B8A-9AF5-5CB7-2528-D1AB2F693FA5}"/>
              </a:ext>
            </a:extLst>
          </p:cNvPr>
          <p:cNvSpPr>
            <a:spLocks noGrp="1"/>
          </p:cNvSpPr>
          <p:nvPr>
            <p:ph type="title" hasCustomPrompt="1"/>
          </p:nvPr>
        </p:nvSpPr>
        <p:spPr>
          <a:xfrm>
            <a:off x="765048" y="690791"/>
            <a:ext cx="4693680" cy="1376859"/>
          </a:xfrm>
        </p:spPr>
        <p:txBody>
          <a:bodyPr/>
          <a:lstStyle/>
          <a:p>
            <a:r>
              <a:rPr lang="es-MX"/>
              <a:t>Click to add title</a:t>
            </a:r>
            <a:endParaRPr lang="es-ES"/>
          </a:p>
        </p:txBody>
      </p:sp>
      <p:sp>
        <p:nvSpPr>
          <p:cNvPr id="10" name="Marcador de texto 21">
            <a:extLst>
              <a:ext uri="{FF2B5EF4-FFF2-40B4-BE49-F238E27FC236}">
                <a16:creationId xmlns:a16="http://schemas.microsoft.com/office/drawing/2014/main" id="{AB783759-F05E-6E30-B4FE-B7B3E847D9C8}"/>
              </a:ext>
            </a:extLst>
          </p:cNvPr>
          <p:cNvSpPr>
            <a:spLocks noGrp="1"/>
          </p:cNvSpPr>
          <p:nvPr>
            <p:ph type="body" sz="quarter" idx="27" hasCustomPrompt="1"/>
          </p:nvPr>
        </p:nvSpPr>
        <p:spPr>
          <a:xfrm>
            <a:off x="765047" y="2178874"/>
            <a:ext cx="4693681" cy="333875"/>
          </a:xfrm>
          <a:prstGeom prst="rect">
            <a:avLst/>
          </a:prstGeom>
        </p:spPr>
        <p:txBody>
          <a:bodyPr/>
          <a:lstStyle>
            <a:lvl1pPr marL="0" indent="0" algn="l">
              <a:buNone/>
              <a:defRPr sz="1600" b="1">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3" name="Marcador de texto 21">
            <a:extLst>
              <a:ext uri="{FF2B5EF4-FFF2-40B4-BE49-F238E27FC236}">
                <a16:creationId xmlns:a16="http://schemas.microsoft.com/office/drawing/2014/main" id="{E50BBE22-26E7-C8B4-5FDA-FAE04808DD2A}"/>
              </a:ext>
            </a:extLst>
          </p:cNvPr>
          <p:cNvSpPr>
            <a:spLocks noGrp="1"/>
          </p:cNvSpPr>
          <p:nvPr>
            <p:ph type="body" sz="quarter" idx="30" hasCustomPrompt="1"/>
          </p:nvPr>
        </p:nvSpPr>
        <p:spPr>
          <a:xfrm>
            <a:off x="765047" y="2834640"/>
            <a:ext cx="4693681" cy="2694783"/>
          </a:xfrm>
          <a:prstGeom prst="rect">
            <a:avLst/>
          </a:prstGeom>
        </p:spPr>
        <p:txBody>
          <a:bodyPr anchor="t"/>
          <a:lstStyle>
            <a:lvl1pPr marL="0" indent="0" algn="l">
              <a:buNone/>
              <a:defRPr sz="1400" b="0">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pic>
        <p:nvPicPr>
          <p:cNvPr id="6" name="Imagen 5">
            <a:extLst>
              <a:ext uri="{FF2B5EF4-FFF2-40B4-BE49-F238E27FC236}">
                <a16:creationId xmlns:a16="http://schemas.microsoft.com/office/drawing/2014/main" id="{E957C9B6-06E2-C88B-A828-3D5C8ACA1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9297" y="6045962"/>
            <a:ext cx="1831848" cy="468612"/>
          </a:xfrm>
          <a:prstGeom prst="rect">
            <a:avLst/>
          </a:prstGeom>
        </p:spPr>
      </p:pic>
      <p:sp>
        <p:nvSpPr>
          <p:cNvPr id="21" name="Marcador de texto 21">
            <a:extLst>
              <a:ext uri="{FF2B5EF4-FFF2-40B4-BE49-F238E27FC236}">
                <a16:creationId xmlns:a16="http://schemas.microsoft.com/office/drawing/2014/main" id="{1F47C64C-83D5-DC61-22AE-DDA05662083E}"/>
              </a:ext>
            </a:extLst>
          </p:cNvPr>
          <p:cNvSpPr>
            <a:spLocks noGrp="1"/>
          </p:cNvSpPr>
          <p:nvPr>
            <p:ph type="body" sz="quarter" idx="31" hasCustomPrompt="1"/>
          </p:nvPr>
        </p:nvSpPr>
        <p:spPr>
          <a:xfrm>
            <a:off x="7960120" y="690791"/>
            <a:ext cx="3327005" cy="739886"/>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23" name="Marcador de texto 21">
            <a:extLst>
              <a:ext uri="{FF2B5EF4-FFF2-40B4-BE49-F238E27FC236}">
                <a16:creationId xmlns:a16="http://schemas.microsoft.com/office/drawing/2014/main" id="{95C46D77-35CF-7DE2-4AD8-2D4454EC44BE}"/>
              </a:ext>
            </a:extLst>
          </p:cNvPr>
          <p:cNvSpPr>
            <a:spLocks noGrp="1"/>
          </p:cNvSpPr>
          <p:nvPr>
            <p:ph type="body" sz="quarter" idx="32" hasCustomPrompt="1"/>
          </p:nvPr>
        </p:nvSpPr>
        <p:spPr>
          <a:xfrm>
            <a:off x="6977987" y="690791"/>
            <a:ext cx="634674" cy="494353"/>
          </a:xfrm>
          <a:prstGeom prst="rect">
            <a:avLst/>
          </a:prstGeom>
        </p:spPr>
        <p:txBody>
          <a:bodyPr anchor="ctr"/>
          <a:lstStyle>
            <a:lvl1pPr marL="0" indent="0" algn="l">
              <a:buNone/>
              <a:defRPr sz="40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a:t>1</a:t>
            </a:r>
          </a:p>
        </p:txBody>
      </p:sp>
      <p:sp>
        <p:nvSpPr>
          <p:cNvPr id="24" name="Marcador de texto 21">
            <a:extLst>
              <a:ext uri="{FF2B5EF4-FFF2-40B4-BE49-F238E27FC236}">
                <a16:creationId xmlns:a16="http://schemas.microsoft.com/office/drawing/2014/main" id="{6B15CF4F-92FB-2660-DA52-086D225E313D}"/>
              </a:ext>
            </a:extLst>
          </p:cNvPr>
          <p:cNvSpPr>
            <a:spLocks noGrp="1"/>
          </p:cNvSpPr>
          <p:nvPr>
            <p:ph type="body" sz="quarter" idx="33" hasCustomPrompt="1"/>
          </p:nvPr>
        </p:nvSpPr>
        <p:spPr>
          <a:xfrm>
            <a:off x="7960120" y="1695503"/>
            <a:ext cx="3327005" cy="739886"/>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25" name="Marcador de texto 21">
            <a:extLst>
              <a:ext uri="{FF2B5EF4-FFF2-40B4-BE49-F238E27FC236}">
                <a16:creationId xmlns:a16="http://schemas.microsoft.com/office/drawing/2014/main" id="{52556130-B0CB-F15C-5AA0-A4A777770BC3}"/>
              </a:ext>
            </a:extLst>
          </p:cNvPr>
          <p:cNvSpPr>
            <a:spLocks noGrp="1"/>
          </p:cNvSpPr>
          <p:nvPr>
            <p:ph type="body" sz="quarter" idx="34" hasCustomPrompt="1"/>
          </p:nvPr>
        </p:nvSpPr>
        <p:spPr>
          <a:xfrm>
            <a:off x="6977987" y="1695503"/>
            <a:ext cx="634674" cy="494353"/>
          </a:xfrm>
          <a:prstGeom prst="rect">
            <a:avLst/>
          </a:prstGeom>
        </p:spPr>
        <p:txBody>
          <a:bodyPr anchor="ctr"/>
          <a:lstStyle>
            <a:lvl1pPr marL="0" indent="0" algn="l">
              <a:buNone/>
              <a:defRPr sz="40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a:t>2</a:t>
            </a:r>
          </a:p>
        </p:txBody>
      </p:sp>
      <p:sp>
        <p:nvSpPr>
          <p:cNvPr id="26" name="Marcador de texto 21">
            <a:extLst>
              <a:ext uri="{FF2B5EF4-FFF2-40B4-BE49-F238E27FC236}">
                <a16:creationId xmlns:a16="http://schemas.microsoft.com/office/drawing/2014/main" id="{672263F6-796A-C82C-7CAF-2336127CA783}"/>
              </a:ext>
            </a:extLst>
          </p:cNvPr>
          <p:cNvSpPr>
            <a:spLocks noGrp="1"/>
          </p:cNvSpPr>
          <p:nvPr>
            <p:ph type="body" sz="quarter" idx="35" hasCustomPrompt="1"/>
          </p:nvPr>
        </p:nvSpPr>
        <p:spPr>
          <a:xfrm>
            <a:off x="7960120" y="2700214"/>
            <a:ext cx="3327005" cy="739886"/>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27" name="Marcador de texto 21">
            <a:extLst>
              <a:ext uri="{FF2B5EF4-FFF2-40B4-BE49-F238E27FC236}">
                <a16:creationId xmlns:a16="http://schemas.microsoft.com/office/drawing/2014/main" id="{D80691D6-485B-04A9-37ED-6A1D8D17C845}"/>
              </a:ext>
            </a:extLst>
          </p:cNvPr>
          <p:cNvSpPr>
            <a:spLocks noGrp="1"/>
          </p:cNvSpPr>
          <p:nvPr>
            <p:ph type="body" sz="quarter" idx="36" hasCustomPrompt="1"/>
          </p:nvPr>
        </p:nvSpPr>
        <p:spPr>
          <a:xfrm>
            <a:off x="6977987" y="2700214"/>
            <a:ext cx="634674" cy="494353"/>
          </a:xfrm>
          <a:prstGeom prst="rect">
            <a:avLst/>
          </a:prstGeom>
        </p:spPr>
        <p:txBody>
          <a:bodyPr anchor="ctr"/>
          <a:lstStyle>
            <a:lvl1pPr marL="0" indent="0" algn="l">
              <a:buNone/>
              <a:defRPr sz="40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a:t>3</a:t>
            </a:r>
          </a:p>
        </p:txBody>
      </p:sp>
      <p:sp>
        <p:nvSpPr>
          <p:cNvPr id="28" name="Marcador de texto 21">
            <a:extLst>
              <a:ext uri="{FF2B5EF4-FFF2-40B4-BE49-F238E27FC236}">
                <a16:creationId xmlns:a16="http://schemas.microsoft.com/office/drawing/2014/main" id="{0442F13C-A05C-9B3E-381E-78188D6003CE}"/>
              </a:ext>
            </a:extLst>
          </p:cNvPr>
          <p:cNvSpPr>
            <a:spLocks noGrp="1"/>
          </p:cNvSpPr>
          <p:nvPr>
            <p:ph type="body" sz="quarter" idx="37" hasCustomPrompt="1"/>
          </p:nvPr>
        </p:nvSpPr>
        <p:spPr>
          <a:xfrm>
            <a:off x="7960120" y="3704925"/>
            <a:ext cx="3327005" cy="739886"/>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29" name="Marcador de texto 21">
            <a:extLst>
              <a:ext uri="{FF2B5EF4-FFF2-40B4-BE49-F238E27FC236}">
                <a16:creationId xmlns:a16="http://schemas.microsoft.com/office/drawing/2014/main" id="{FF72AAC3-B8A1-FD23-A181-737757A499ED}"/>
              </a:ext>
            </a:extLst>
          </p:cNvPr>
          <p:cNvSpPr>
            <a:spLocks noGrp="1"/>
          </p:cNvSpPr>
          <p:nvPr>
            <p:ph type="body" sz="quarter" idx="38" hasCustomPrompt="1"/>
          </p:nvPr>
        </p:nvSpPr>
        <p:spPr>
          <a:xfrm>
            <a:off x="6977987" y="3704925"/>
            <a:ext cx="634674" cy="494353"/>
          </a:xfrm>
          <a:prstGeom prst="rect">
            <a:avLst/>
          </a:prstGeom>
        </p:spPr>
        <p:txBody>
          <a:bodyPr anchor="ctr"/>
          <a:lstStyle>
            <a:lvl1pPr marL="0" indent="0" algn="l">
              <a:buNone/>
              <a:defRPr sz="40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a:t>4</a:t>
            </a:r>
          </a:p>
        </p:txBody>
      </p:sp>
      <p:sp>
        <p:nvSpPr>
          <p:cNvPr id="30" name="Marcador de texto 21">
            <a:extLst>
              <a:ext uri="{FF2B5EF4-FFF2-40B4-BE49-F238E27FC236}">
                <a16:creationId xmlns:a16="http://schemas.microsoft.com/office/drawing/2014/main" id="{035FE71B-A36A-0748-6539-26FAF7DE5C04}"/>
              </a:ext>
            </a:extLst>
          </p:cNvPr>
          <p:cNvSpPr>
            <a:spLocks noGrp="1"/>
          </p:cNvSpPr>
          <p:nvPr>
            <p:ph type="body" sz="quarter" idx="39" hasCustomPrompt="1"/>
          </p:nvPr>
        </p:nvSpPr>
        <p:spPr>
          <a:xfrm>
            <a:off x="7960120" y="4705050"/>
            <a:ext cx="3327005" cy="739886"/>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31" name="Marcador de texto 21">
            <a:extLst>
              <a:ext uri="{FF2B5EF4-FFF2-40B4-BE49-F238E27FC236}">
                <a16:creationId xmlns:a16="http://schemas.microsoft.com/office/drawing/2014/main" id="{1319C677-B02E-8C9E-7CDA-DB32F04AB1D3}"/>
              </a:ext>
            </a:extLst>
          </p:cNvPr>
          <p:cNvSpPr>
            <a:spLocks noGrp="1"/>
          </p:cNvSpPr>
          <p:nvPr>
            <p:ph type="body" sz="quarter" idx="40" hasCustomPrompt="1"/>
          </p:nvPr>
        </p:nvSpPr>
        <p:spPr>
          <a:xfrm>
            <a:off x="6977987" y="4705050"/>
            <a:ext cx="634674" cy="494353"/>
          </a:xfrm>
          <a:prstGeom prst="rect">
            <a:avLst/>
          </a:prstGeom>
        </p:spPr>
        <p:txBody>
          <a:bodyPr anchor="ctr"/>
          <a:lstStyle>
            <a:lvl1pPr marL="0" indent="0" algn="l">
              <a:buNone/>
              <a:defRPr sz="40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a:t>5</a:t>
            </a:r>
          </a:p>
        </p:txBody>
      </p:sp>
      <p:sp>
        <p:nvSpPr>
          <p:cNvPr id="32" name="Marcador de texto 21">
            <a:extLst>
              <a:ext uri="{FF2B5EF4-FFF2-40B4-BE49-F238E27FC236}">
                <a16:creationId xmlns:a16="http://schemas.microsoft.com/office/drawing/2014/main" id="{CF4D6F22-5B7B-EB91-7334-80F416B59FF1}"/>
              </a:ext>
            </a:extLst>
          </p:cNvPr>
          <p:cNvSpPr>
            <a:spLocks noGrp="1"/>
          </p:cNvSpPr>
          <p:nvPr>
            <p:ph type="body" sz="quarter" idx="41" hasCustomPrompt="1"/>
          </p:nvPr>
        </p:nvSpPr>
        <p:spPr>
          <a:xfrm>
            <a:off x="7960120" y="5705175"/>
            <a:ext cx="3327005" cy="739886"/>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33" name="Marcador de texto 21">
            <a:extLst>
              <a:ext uri="{FF2B5EF4-FFF2-40B4-BE49-F238E27FC236}">
                <a16:creationId xmlns:a16="http://schemas.microsoft.com/office/drawing/2014/main" id="{DBF6F6A5-82F0-CF44-606D-47558E486775}"/>
              </a:ext>
            </a:extLst>
          </p:cNvPr>
          <p:cNvSpPr>
            <a:spLocks noGrp="1"/>
          </p:cNvSpPr>
          <p:nvPr>
            <p:ph type="body" sz="quarter" idx="42" hasCustomPrompt="1"/>
          </p:nvPr>
        </p:nvSpPr>
        <p:spPr>
          <a:xfrm>
            <a:off x="6977987" y="5705175"/>
            <a:ext cx="634674" cy="494353"/>
          </a:xfrm>
          <a:prstGeom prst="rect">
            <a:avLst/>
          </a:prstGeom>
        </p:spPr>
        <p:txBody>
          <a:bodyPr anchor="ctr"/>
          <a:lstStyle>
            <a:lvl1pPr marL="0" indent="0" algn="l">
              <a:buNone/>
              <a:defRPr sz="40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a:t>6</a:t>
            </a:r>
          </a:p>
        </p:txBody>
      </p:sp>
    </p:spTree>
    <p:extLst>
      <p:ext uri="{BB962C8B-B14F-4D97-AF65-F5344CB8AC3E}">
        <p14:creationId xmlns:p14="http://schemas.microsoft.com/office/powerpoint/2010/main" val="639759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D39B8A-9AF5-5CB7-2528-D1AB2F693FA5}"/>
              </a:ext>
            </a:extLst>
          </p:cNvPr>
          <p:cNvSpPr>
            <a:spLocks noGrp="1"/>
          </p:cNvSpPr>
          <p:nvPr>
            <p:ph type="title" hasCustomPrompt="1"/>
          </p:nvPr>
        </p:nvSpPr>
        <p:spPr/>
        <p:txBody>
          <a:body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10" name="Marcador de texto 21">
            <a:extLst>
              <a:ext uri="{FF2B5EF4-FFF2-40B4-BE49-F238E27FC236}">
                <a16:creationId xmlns:a16="http://schemas.microsoft.com/office/drawing/2014/main" id="{AB783759-F05E-6E30-B4FE-B7B3E847D9C8}"/>
              </a:ext>
            </a:extLst>
          </p:cNvPr>
          <p:cNvSpPr>
            <a:spLocks noGrp="1"/>
          </p:cNvSpPr>
          <p:nvPr>
            <p:ph type="body" sz="quarter" idx="27" hasCustomPrompt="1"/>
          </p:nvPr>
        </p:nvSpPr>
        <p:spPr>
          <a:xfrm>
            <a:off x="765047" y="1733776"/>
            <a:ext cx="7117079" cy="333875"/>
          </a:xfrm>
          <a:prstGeom prst="rect">
            <a:avLst/>
          </a:prstGeom>
        </p:spPr>
        <p:txBody>
          <a:bodyPr/>
          <a:lstStyle>
            <a:lvl1pPr marL="0" indent="0" algn="l">
              <a:buNone/>
              <a:defRPr sz="1600" b="0">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pic>
        <p:nvPicPr>
          <p:cNvPr id="6" name="Imagen 5">
            <a:extLst>
              <a:ext uri="{FF2B5EF4-FFF2-40B4-BE49-F238E27FC236}">
                <a16:creationId xmlns:a16="http://schemas.microsoft.com/office/drawing/2014/main" id="{E957C9B6-06E2-C88B-A828-3D5C8ACA1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
        <p:nvSpPr>
          <p:cNvPr id="4" name="Redondear rectángulo de esquina diagonal 3">
            <a:extLst>
              <a:ext uri="{FF2B5EF4-FFF2-40B4-BE49-F238E27FC236}">
                <a16:creationId xmlns:a16="http://schemas.microsoft.com/office/drawing/2014/main" id="{9EC95D9D-0EE9-CB83-D3CC-5AE0EA33E2B9}"/>
              </a:ext>
            </a:extLst>
          </p:cNvPr>
          <p:cNvSpPr/>
          <p:nvPr userDrawn="1"/>
        </p:nvSpPr>
        <p:spPr>
          <a:xfrm>
            <a:off x="765046" y="2500309"/>
            <a:ext cx="4684031" cy="3889895"/>
          </a:xfrm>
          <a:prstGeom prst="round2Diag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5" name="Marcador de texto 82">
            <a:extLst>
              <a:ext uri="{FF2B5EF4-FFF2-40B4-BE49-F238E27FC236}">
                <a16:creationId xmlns:a16="http://schemas.microsoft.com/office/drawing/2014/main" id="{4B934614-46E0-8B59-1A5C-1C5A9F051FF2}"/>
              </a:ext>
            </a:extLst>
          </p:cNvPr>
          <p:cNvSpPr>
            <a:spLocks noGrp="1"/>
          </p:cNvSpPr>
          <p:nvPr>
            <p:ph type="body" sz="quarter" idx="34" hasCustomPrompt="1"/>
          </p:nvPr>
        </p:nvSpPr>
        <p:spPr>
          <a:xfrm>
            <a:off x="1054894" y="2698708"/>
            <a:ext cx="4098502" cy="455630"/>
          </a:xfrm>
          <a:prstGeom prst="rect">
            <a:avLst/>
          </a:prstGeom>
        </p:spPr>
        <p:txBody>
          <a:bodyPr anchor="ctr"/>
          <a:lstStyle>
            <a:lvl1pPr marL="0" indent="0" algn="l">
              <a:buNone/>
              <a:defRPr sz="20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5" name="Marcador de texto 82">
            <a:extLst>
              <a:ext uri="{FF2B5EF4-FFF2-40B4-BE49-F238E27FC236}">
                <a16:creationId xmlns:a16="http://schemas.microsoft.com/office/drawing/2014/main" id="{9F7AF099-FF61-4DFF-625A-9CE34109B3FA}"/>
              </a:ext>
            </a:extLst>
          </p:cNvPr>
          <p:cNvSpPr>
            <a:spLocks noGrp="1"/>
          </p:cNvSpPr>
          <p:nvPr>
            <p:ph type="body" sz="quarter" idx="41" hasCustomPrompt="1"/>
          </p:nvPr>
        </p:nvSpPr>
        <p:spPr>
          <a:xfrm>
            <a:off x="1054894" y="3352735"/>
            <a:ext cx="4098502" cy="2814473"/>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9" name="Redondear rectángulo de esquina diagonal 8">
            <a:extLst>
              <a:ext uri="{FF2B5EF4-FFF2-40B4-BE49-F238E27FC236}">
                <a16:creationId xmlns:a16="http://schemas.microsoft.com/office/drawing/2014/main" id="{C2627FFE-C796-4F04-DC09-31478768BE39}"/>
              </a:ext>
            </a:extLst>
          </p:cNvPr>
          <p:cNvSpPr/>
          <p:nvPr userDrawn="1"/>
        </p:nvSpPr>
        <p:spPr>
          <a:xfrm>
            <a:off x="5918654" y="2500309"/>
            <a:ext cx="4684031" cy="3889895"/>
          </a:xfrm>
          <a:prstGeom prst="round2Diag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11" name="Marcador de texto 82">
            <a:extLst>
              <a:ext uri="{FF2B5EF4-FFF2-40B4-BE49-F238E27FC236}">
                <a16:creationId xmlns:a16="http://schemas.microsoft.com/office/drawing/2014/main" id="{1220C811-3377-0EE1-9575-B3B3A33786C2}"/>
              </a:ext>
            </a:extLst>
          </p:cNvPr>
          <p:cNvSpPr>
            <a:spLocks noGrp="1"/>
          </p:cNvSpPr>
          <p:nvPr>
            <p:ph type="body" sz="quarter" idx="42" hasCustomPrompt="1"/>
          </p:nvPr>
        </p:nvSpPr>
        <p:spPr>
          <a:xfrm>
            <a:off x="6208502" y="2698708"/>
            <a:ext cx="4098502" cy="455630"/>
          </a:xfrm>
          <a:prstGeom prst="rect">
            <a:avLst/>
          </a:prstGeom>
        </p:spPr>
        <p:txBody>
          <a:bodyPr anchor="ctr"/>
          <a:lstStyle>
            <a:lvl1pPr marL="0" indent="0" algn="l">
              <a:buNone/>
              <a:defRPr sz="20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2" name="Marcador de texto 82">
            <a:extLst>
              <a:ext uri="{FF2B5EF4-FFF2-40B4-BE49-F238E27FC236}">
                <a16:creationId xmlns:a16="http://schemas.microsoft.com/office/drawing/2014/main" id="{46E2292A-646A-8BC3-28C8-C5FB94F2B4ED}"/>
              </a:ext>
            </a:extLst>
          </p:cNvPr>
          <p:cNvSpPr>
            <a:spLocks noGrp="1"/>
          </p:cNvSpPr>
          <p:nvPr>
            <p:ph type="body" sz="quarter" idx="43" hasCustomPrompt="1"/>
          </p:nvPr>
        </p:nvSpPr>
        <p:spPr>
          <a:xfrm>
            <a:off x="6208502" y="3352735"/>
            <a:ext cx="4098502" cy="2814473"/>
          </a:xfrm>
          <a:prstGeom prst="rect">
            <a:avLst/>
          </a:prstGeom>
        </p:spPr>
        <p:txBody>
          <a:bodyPr anchor="t"/>
          <a:lstStyle>
            <a:lvl1pPr marL="0" indent="0" algn="l">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Tree>
    <p:extLst>
      <p:ext uri="{BB962C8B-B14F-4D97-AF65-F5344CB8AC3E}">
        <p14:creationId xmlns:p14="http://schemas.microsoft.com/office/powerpoint/2010/main" val="2928394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avy">
    <p:bg>
      <p:bgPr>
        <a:solidFill>
          <a:schemeClr val="accent1"/>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508BA3D-0989-13AC-E5C5-2C9CBC8A2C4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54184" y="465987"/>
            <a:ext cx="1831848" cy="468613"/>
          </a:xfrm>
          <a:prstGeom prst="rect">
            <a:avLst/>
          </a:prstGeom>
        </p:spPr>
      </p:pic>
      <p:sp>
        <p:nvSpPr>
          <p:cNvPr id="4" name="Título 1">
            <a:extLst>
              <a:ext uri="{FF2B5EF4-FFF2-40B4-BE49-F238E27FC236}">
                <a16:creationId xmlns:a16="http://schemas.microsoft.com/office/drawing/2014/main" id="{F8B2DCBA-8920-8135-E475-46F05F79834B}"/>
              </a:ext>
            </a:extLst>
          </p:cNvPr>
          <p:cNvSpPr>
            <a:spLocks noGrp="1"/>
          </p:cNvSpPr>
          <p:nvPr>
            <p:ph type="title" hasCustomPrompt="1"/>
          </p:nvPr>
        </p:nvSpPr>
        <p:spPr>
          <a:xfrm>
            <a:off x="765048" y="690792"/>
            <a:ext cx="7117080" cy="1020418"/>
          </a:xfrm>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6" name="Marcador de texto 21">
            <a:extLst>
              <a:ext uri="{FF2B5EF4-FFF2-40B4-BE49-F238E27FC236}">
                <a16:creationId xmlns:a16="http://schemas.microsoft.com/office/drawing/2014/main" id="{5A50AF77-71B3-21FC-E081-9A1BA3EABF05}"/>
              </a:ext>
            </a:extLst>
          </p:cNvPr>
          <p:cNvSpPr>
            <a:spLocks noGrp="1"/>
          </p:cNvSpPr>
          <p:nvPr>
            <p:ph type="body" sz="quarter" idx="27" hasCustomPrompt="1"/>
          </p:nvPr>
        </p:nvSpPr>
        <p:spPr>
          <a:xfrm>
            <a:off x="765047" y="1733776"/>
            <a:ext cx="7117079" cy="333875"/>
          </a:xfrm>
          <a:prstGeom prst="rect">
            <a:avLst/>
          </a:prstGeom>
        </p:spPr>
        <p:txBody>
          <a:bodyPr/>
          <a:lstStyle>
            <a:lvl1pPr marL="0" indent="0" algn="l">
              <a:buNone/>
              <a:defRPr sz="16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7" name="Redondear rectángulo de esquina diagonal 6">
            <a:extLst>
              <a:ext uri="{FF2B5EF4-FFF2-40B4-BE49-F238E27FC236}">
                <a16:creationId xmlns:a16="http://schemas.microsoft.com/office/drawing/2014/main" id="{357D33F2-3507-4F8C-C60C-EDFB9181FEF8}"/>
              </a:ext>
            </a:extLst>
          </p:cNvPr>
          <p:cNvSpPr/>
          <p:nvPr userDrawn="1"/>
        </p:nvSpPr>
        <p:spPr>
          <a:xfrm>
            <a:off x="765046" y="2500309"/>
            <a:ext cx="4684031" cy="3889895"/>
          </a:xfrm>
          <a:prstGeom prst="round2Diag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solidFill>
                <a:schemeClr val="tx1"/>
              </a:solidFill>
            </a:endParaRPr>
          </a:p>
        </p:txBody>
      </p:sp>
      <p:sp>
        <p:nvSpPr>
          <p:cNvPr id="8" name="Marcador de texto 82">
            <a:extLst>
              <a:ext uri="{FF2B5EF4-FFF2-40B4-BE49-F238E27FC236}">
                <a16:creationId xmlns:a16="http://schemas.microsoft.com/office/drawing/2014/main" id="{739A3BAF-93AD-A42E-18F5-D11CAF5A5164}"/>
              </a:ext>
            </a:extLst>
          </p:cNvPr>
          <p:cNvSpPr>
            <a:spLocks noGrp="1"/>
          </p:cNvSpPr>
          <p:nvPr>
            <p:ph type="body" sz="quarter" idx="34" hasCustomPrompt="1"/>
          </p:nvPr>
        </p:nvSpPr>
        <p:spPr>
          <a:xfrm>
            <a:off x="1054894" y="2698708"/>
            <a:ext cx="4098502" cy="455630"/>
          </a:xfrm>
          <a:prstGeom prst="rect">
            <a:avLst/>
          </a:prstGeom>
        </p:spPr>
        <p:txBody>
          <a:bodyPr anchor="ctr"/>
          <a:lstStyle>
            <a:lvl1pPr marL="0" indent="0" algn="l">
              <a:buNone/>
              <a:defRPr sz="2000" b="1">
                <a:solidFill>
                  <a:schemeClr val="accent2"/>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2" name="Marcador de texto 82">
            <a:extLst>
              <a:ext uri="{FF2B5EF4-FFF2-40B4-BE49-F238E27FC236}">
                <a16:creationId xmlns:a16="http://schemas.microsoft.com/office/drawing/2014/main" id="{E38E8F76-0FEA-74E6-3A4D-716A10AA3432}"/>
              </a:ext>
            </a:extLst>
          </p:cNvPr>
          <p:cNvSpPr>
            <a:spLocks noGrp="1"/>
          </p:cNvSpPr>
          <p:nvPr>
            <p:ph type="body" sz="quarter" idx="41" hasCustomPrompt="1"/>
          </p:nvPr>
        </p:nvSpPr>
        <p:spPr>
          <a:xfrm>
            <a:off x="1054894" y="3352735"/>
            <a:ext cx="4098502" cy="2814473"/>
          </a:xfrm>
          <a:prstGeom prst="rect">
            <a:avLst/>
          </a:prstGeom>
        </p:spPr>
        <p:txBody>
          <a:bodyPr anchor="t"/>
          <a:lstStyle>
            <a:lvl1pPr marL="0" indent="0" algn="l">
              <a:buNone/>
              <a:defRPr sz="1200" b="0">
                <a:solidFill>
                  <a:schemeClr val="tx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3" name="Redondear rectángulo de esquina diagonal 12">
            <a:extLst>
              <a:ext uri="{FF2B5EF4-FFF2-40B4-BE49-F238E27FC236}">
                <a16:creationId xmlns:a16="http://schemas.microsoft.com/office/drawing/2014/main" id="{5749340C-D3CB-4A22-4E7E-28399C9C1D9F}"/>
              </a:ext>
            </a:extLst>
          </p:cNvPr>
          <p:cNvSpPr/>
          <p:nvPr userDrawn="1"/>
        </p:nvSpPr>
        <p:spPr>
          <a:xfrm>
            <a:off x="5918654" y="2500309"/>
            <a:ext cx="4684031" cy="3889895"/>
          </a:xfrm>
          <a:prstGeom prst="round2Diag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14" name="Marcador de texto 82">
            <a:extLst>
              <a:ext uri="{FF2B5EF4-FFF2-40B4-BE49-F238E27FC236}">
                <a16:creationId xmlns:a16="http://schemas.microsoft.com/office/drawing/2014/main" id="{7591D5E3-292D-4AB6-DB81-188762644C1A}"/>
              </a:ext>
            </a:extLst>
          </p:cNvPr>
          <p:cNvSpPr>
            <a:spLocks noGrp="1"/>
          </p:cNvSpPr>
          <p:nvPr>
            <p:ph type="body" sz="quarter" idx="42" hasCustomPrompt="1"/>
          </p:nvPr>
        </p:nvSpPr>
        <p:spPr>
          <a:xfrm>
            <a:off x="6208502" y="2698708"/>
            <a:ext cx="4098502" cy="455630"/>
          </a:xfrm>
          <a:prstGeom prst="rect">
            <a:avLst/>
          </a:prstGeom>
        </p:spPr>
        <p:txBody>
          <a:bodyPr anchor="ctr"/>
          <a:lstStyle>
            <a:lvl1pPr marL="0" indent="0" algn="l">
              <a:buNone/>
              <a:defRPr sz="2000" b="1">
                <a:solidFill>
                  <a:schemeClr val="accent2"/>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5" name="Marcador de texto 82">
            <a:extLst>
              <a:ext uri="{FF2B5EF4-FFF2-40B4-BE49-F238E27FC236}">
                <a16:creationId xmlns:a16="http://schemas.microsoft.com/office/drawing/2014/main" id="{41691691-3E45-F7C6-ED87-BE94B5AC77FA}"/>
              </a:ext>
            </a:extLst>
          </p:cNvPr>
          <p:cNvSpPr>
            <a:spLocks noGrp="1"/>
          </p:cNvSpPr>
          <p:nvPr>
            <p:ph type="body" sz="quarter" idx="43" hasCustomPrompt="1"/>
          </p:nvPr>
        </p:nvSpPr>
        <p:spPr>
          <a:xfrm>
            <a:off x="6208502" y="3352735"/>
            <a:ext cx="4098502" cy="2814473"/>
          </a:xfrm>
          <a:prstGeom prst="rect">
            <a:avLst/>
          </a:prstGeom>
        </p:spPr>
        <p:txBody>
          <a:bodyPr anchor="t"/>
          <a:lstStyle>
            <a:lvl1pPr marL="0" indent="0" algn="l">
              <a:buNone/>
              <a:defRPr sz="1200" b="0">
                <a:solidFill>
                  <a:schemeClr val="tx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Tree>
    <p:extLst>
      <p:ext uri="{BB962C8B-B14F-4D97-AF65-F5344CB8AC3E}">
        <p14:creationId xmlns:p14="http://schemas.microsoft.com/office/powerpoint/2010/main" val="3143238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D39B8A-9AF5-5CB7-2528-D1AB2F693FA5}"/>
              </a:ext>
            </a:extLst>
          </p:cNvPr>
          <p:cNvSpPr>
            <a:spLocks noGrp="1"/>
          </p:cNvSpPr>
          <p:nvPr>
            <p:ph type="title" hasCustomPrompt="1"/>
          </p:nvPr>
        </p:nvSpPr>
        <p:spPr/>
        <p:txBody>
          <a:bodyPr/>
          <a:lstStyle/>
          <a:p>
            <a:r>
              <a:rPr lang="es-ES" err="1"/>
              <a:t>Click</a:t>
            </a:r>
            <a:r>
              <a:rPr lang="es-ES"/>
              <a:t> </a:t>
            </a:r>
            <a:r>
              <a:rPr lang="es-ES" err="1"/>
              <a:t>to</a:t>
            </a:r>
            <a:r>
              <a:rPr lang="es-ES"/>
              <a:t> </a:t>
            </a:r>
            <a:r>
              <a:rPr lang="es-ES" err="1"/>
              <a:t>add</a:t>
            </a:r>
            <a:r>
              <a:rPr lang="es-ES"/>
              <a:t> </a:t>
            </a:r>
            <a:r>
              <a:rPr lang="es-ES" err="1"/>
              <a:t>title</a:t>
            </a:r>
            <a:endParaRPr lang="es-ES"/>
          </a:p>
        </p:txBody>
      </p:sp>
      <p:pic>
        <p:nvPicPr>
          <p:cNvPr id="6" name="Imagen 5">
            <a:extLst>
              <a:ext uri="{FF2B5EF4-FFF2-40B4-BE49-F238E27FC236}">
                <a16:creationId xmlns:a16="http://schemas.microsoft.com/office/drawing/2014/main" id="{E957C9B6-06E2-C88B-A828-3D5C8ACA1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
        <p:nvSpPr>
          <p:cNvPr id="7" name="Marcador de texto 82">
            <a:extLst>
              <a:ext uri="{FF2B5EF4-FFF2-40B4-BE49-F238E27FC236}">
                <a16:creationId xmlns:a16="http://schemas.microsoft.com/office/drawing/2014/main" id="{986B46BD-40BC-0DE6-C294-02B2EC259578}"/>
              </a:ext>
            </a:extLst>
          </p:cNvPr>
          <p:cNvSpPr>
            <a:spLocks noGrp="1"/>
          </p:cNvSpPr>
          <p:nvPr>
            <p:ph type="body" sz="quarter" idx="34" hasCustomPrompt="1"/>
          </p:nvPr>
        </p:nvSpPr>
        <p:spPr>
          <a:xfrm>
            <a:off x="2294979" y="3074777"/>
            <a:ext cx="2967486" cy="301978"/>
          </a:xfrm>
          <a:prstGeom prst="rect">
            <a:avLst/>
          </a:prstGeom>
        </p:spPr>
        <p:txBody>
          <a:bodyPr anchor="ctr"/>
          <a:lstStyle>
            <a:lvl1pPr marL="0" indent="0" algn="l">
              <a:buNone/>
              <a:defRPr sz="1200" b="1">
                <a:solidFill>
                  <a:schemeClr val="tx2"/>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1" name="Marcador de texto 82">
            <a:extLst>
              <a:ext uri="{FF2B5EF4-FFF2-40B4-BE49-F238E27FC236}">
                <a16:creationId xmlns:a16="http://schemas.microsoft.com/office/drawing/2014/main" id="{331C8CB1-C172-17BB-8C28-2A7ACE0B055D}"/>
              </a:ext>
            </a:extLst>
          </p:cNvPr>
          <p:cNvSpPr>
            <a:spLocks noGrp="1"/>
          </p:cNvSpPr>
          <p:nvPr>
            <p:ph type="body" sz="quarter" idx="41" hasCustomPrompt="1"/>
          </p:nvPr>
        </p:nvSpPr>
        <p:spPr>
          <a:xfrm>
            <a:off x="2294979" y="2184109"/>
            <a:ext cx="5813323" cy="745704"/>
          </a:xfrm>
          <a:prstGeom prst="rect">
            <a:avLst/>
          </a:prstGeom>
        </p:spPr>
        <p:txBody>
          <a:bodyPr anchor="t"/>
          <a:lstStyle>
            <a:lvl1pPr marL="0" indent="0" algn="l">
              <a:buNone/>
              <a:defRPr sz="1600" b="0">
                <a:solidFill>
                  <a:schemeClr val="tx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5" name="Marcador de posición de imagen 4">
            <a:extLst>
              <a:ext uri="{FF2B5EF4-FFF2-40B4-BE49-F238E27FC236}">
                <a16:creationId xmlns:a16="http://schemas.microsoft.com/office/drawing/2014/main" id="{7F8D5BEF-52BB-CA5B-A8EE-FB20E9E94AFC}"/>
              </a:ext>
            </a:extLst>
          </p:cNvPr>
          <p:cNvSpPr>
            <a:spLocks noGrp="1"/>
          </p:cNvSpPr>
          <p:nvPr>
            <p:ph type="pic" sz="quarter" idx="42"/>
          </p:nvPr>
        </p:nvSpPr>
        <p:spPr>
          <a:xfrm>
            <a:off x="765048" y="2184108"/>
            <a:ext cx="1193800" cy="1193800"/>
          </a:xfrm>
          <a:prstGeom prst="round2DiagRect">
            <a:avLst/>
          </a:prstGeom>
          <a:solidFill>
            <a:schemeClr val="bg2"/>
          </a:solidFill>
        </p:spPr>
        <p:txBody>
          <a:bodyPr/>
          <a:lstStyle>
            <a:lvl1pPr marL="0" indent="0">
              <a:buNone/>
              <a:defRPr>
                <a:noFill/>
              </a:defRPr>
            </a:lvl1pPr>
          </a:lstStyle>
          <a:p>
            <a:endParaRPr lang="es-ES"/>
          </a:p>
        </p:txBody>
      </p:sp>
      <p:sp>
        <p:nvSpPr>
          <p:cNvPr id="9" name="Marcador de texto 82">
            <a:extLst>
              <a:ext uri="{FF2B5EF4-FFF2-40B4-BE49-F238E27FC236}">
                <a16:creationId xmlns:a16="http://schemas.microsoft.com/office/drawing/2014/main" id="{BE874A17-6ABB-F59F-9756-B697AB2A20EE}"/>
              </a:ext>
            </a:extLst>
          </p:cNvPr>
          <p:cNvSpPr>
            <a:spLocks noGrp="1"/>
          </p:cNvSpPr>
          <p:nvPr>
            <p:ph type="body" sz="quarter" idx="43" hasCustomPrompt="1"/>
          </p:nvPr>
        </p:nvSpPr>
        <p:spPr>
          <a:xfrm>
            <a:off x="2294979" y="4567824"/>
            <a:ext cx="2967486" cy="301978"/>
          </a:xfrm>
          <a:prstGeom prst="rect">
            <a:avLst/>
          </a:prstGeom>
        </p:spPr>
        <p:txBody>
          <a:bodyPr anchor="ctr"/>
          <a:lstStyle>
            <a:lvl1pPr marL="0" indent="0" algn="l">
              <a:buNone/>
              <a:defRPr sz="1200" b="1">
                <a:solidFill>
                  <a:schemeClr val="tx2"/>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0" name="Marcador de texto 82">
            <a:extLst>
              <a:ext uri="{FF2B5EF4-FFF2-40B4-BE49-F238E27FC236}">
                <a16:creationId xmlns:a16="http://schemas.microsoft.com/office/drawing/2014/main" id="{BCC1BD3C-ACA0-FDA4-901A-95E8AED3687B}"/>
              </a:ext>
            </a:extLst>
          </p:cNvPr>
          <p:cNvSpPr>
            <a:spLocks noGrp="1"/>
          </p:cNvSpPr>
          <p:nvPr>
            <p:ph type="body" sz="quarter" idx="44" hasCustomPrompt="1"/>
          </p:nvPr>
        </p:nvSpPr>
        <p:spPr>
          <a:xfrm>
            <a:off x="2294979" y="3677156"/>
            <a:ext cx="5813323" cy="745704"/>
          </a:xfrm>
          <a:prstGeom prst="rect">
            <a:avLst/>
          </a:prstGeom>
        </p:spPr>
        <p:txBody>
          <a:bodyPr anchor="t"/>
          <a:lstStyle>
            <a:lvl1pPr marL="0" indent="0" algn="l">
              <a:buNone/>
              <a:defRPr sz="1600" b="0">
                <a:solidFill>
                  <a:schemeClr val="tx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4" name="Marcador de posición de imagen 4">
            <a:extLst>
              <a:ext uri="{FF2B5EF4-FFF2-40B4-BE49-F238E27FC236}">
                <a16:creationId xmlns:a16="http://schemas.microsoft.com/office/drawing/2014/main" id="{E0859F40-CB1D-4F1E-E983-5092854D059B}"/>
              </a:ext>
            </a:extLst>
          </p:cNvPr>
          <p:cNvSpPr>
            <a:spLocks noGrp="1"/>
          </p:cNvSpPr>
          <p:nvPr>
            <p:ph type="pic" sz="quarter" idx="45"/>
          </p:nvPr>
        </p:nvSpPr>
        <p:spPr>
          <a:xfrm>
            <a:off x="765048" y="3677155"/>
            <a:ext cx="1193800" cy="1193800"/>
          </a:xfrm>
          <a:prstGeom prst="round2DiagRect">
            <a:avLst/>
          </a:prstGeom>
          <a:solidFill>
            <a:schemeClr val="bg2"/>
          </a:solidFill>
        </p:spPr>
        <p:txBody>
          <a:bodyPr/>
          <a:lstStyle>
            <a:lvl1pPr marL="0" indent="0">
              <a:buNone/>
              <a:defRPr>
                <a:noFill/>
              </a:defRPr>
            </a:lvl1pPr>
          </a:lstStyle>
          <a:p>
            <a:endParaRPr lang="es-ES"/>
          </a:p>
        </p:txBody>
      </p:sp>
      <p:sp>
        <p:nvSpPr>
          <p:cNvPr id="25" name="Marcador de texto 82">
            <a:extLst>
              <a:ext uri="{FF2B5EF4-FFF2-40B4-BE49-F238E27FC236}">
                <a16:creationId xmlns:a16="http://schemas.microsoft.com/office/drawing/2014/main" id="{D6CF3E0A-EE94-09B4-F033-BCC20A40A1C7}"/>
              </a:ext>
            </a:extLst>
          </p:cNvPr>
          <p:cNvSpPr>
            <a:spLocks noGrp="1"/>
          </p:cNvSpPr>
          <p:nvPr>
            <p:ph type="body" sz="quarter" idx="46" hasCustomPrompt="1"/>
          </p:nvPr>
        </p:nvSpPr>
        <p:spPr>
          <a:xfrm>
            <a:off x="2294979" y="6060871"/>
            <a:ext cx="2967486" cy="301978"/>
          </a:xfrm>
          <a:prstGeom prst="rect">
            <a:avLst/>
          </a:prstGeom>
        </p:spPr>
        <p:txBody>
          <a:bodyPr anchor="ctr"/>
          <a:lstStyle>
            <a:lvl1pPr marL="0" indent="0" algn="l">
              <a:buNone/>
              <a:defRPr sz="1200" b="1">
                <a:solidFill>
                  <a:schemeClr val="tx2"/>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6" name="Marcador de texto 82">
            <a:extLst>
              <a:ext uri="{FF2B5EF4-FFF2-40B4-BE49-F238E27FC236}">
                <a16:creationId xmlns:a16="http://schemas.microsoft.com/office/drawing/2014/main" id="{54E5565F-0F2C-C7C7-1259-39E845EC35C2}"/>
              </a:ext>
            </a:extLst>
          </p:cNvPr>
          <p:cNvSpPr>
            <a:spLocks noGrp="1"/>
          </p:cNvSpPr>
          <p:nvPr>
            <p:ph type="body" sz="quarter" idx="47" hasCustomPrompt="1"/>
          </p:nvPr>
        </p:nvSpPr>
        <p:spPr>
          <a:xfrm>
            <a:off x="2294979" y="5170203"/>
            <a:ext cx="5813323" cy="745704"/>
          </a:xfrm>
          <a:prstGeom prst="rect">
            <a:avLst/>
          </a:prstGeom>
        </p:spPr>
        <p:txBody>
          <a:bodyPr anchor="t"/>
          <a:lstStyle>
            <a:lvl1pPr marL="0" indent="0" algn="l">
              <a:buNone/>
              <a:defRPr sz="1600" b="0">
                <a:solidFill>
                  <a:schemeClr val="tx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7" name="Marcador de posición de imagen 4">
            <a:extLst>
              <a:ext uri="{FF2B5EF4-FFF2-40B4-BE49-F238E27FC236}">
                <a16:creationId xmlns:a16="http://schemas.microsoft.com/office/drawing/2014/main" id="{E5EF6151-23F1-C13B-CC58-9499EA7F9150}"/>
              </a:ext>
            </a:extLst>
          </p:cNvPr>
          <p:cNvSpPr>
            <a:spLocks noGrp="1"/>
          </p:cNvSpPr>
          <p:nvPr>
            <p:ph type="pic" sz="quarter" idx="48"/>
          </p:nvPr>
        </p:nvSpPr>
        <p:spPr>
          <a:xfrm>
            <a:off x="765048" y="5170202"/>
            <a:ext cx="1193800" cy="1193800"/>
          </a:xfrm>
          <a:prstGeom prst="round2DiagRect">
            <a:avLst/>
          </a:prstGeom>
          <a:solidFill>
            <a:schemeClr val="bg2"/>
          </a:solidFill>
        </p:spPr>
        <p:txBody>
          <a:bodyPr/>
          <a:lstStyle>
            <a:lvl1pPr marL="0" indent="0">
              <a:buNone/>
              <a:defRPr>
                <a:noFill/>
              </a:defRPr>
            </a:lvl1pPr>
          </a:lstStyle>
          <a:p>
            <a:endParaRPr lang="es-ES"/>
          </a:p>
        </p:txBody>
      </p:sp>
    </p:spTree>
    <p:extLst>
      <p:ext uri="{BB962C8B-B14F-4D97-AF65-F5344CB8AC3E}">
        <p14:creationId xmlns:p14="http://schemas.microsoft.com/office/powerpoint/2010/main" val="1225511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avy">
    <p:bg>
      <p:bgPr>
        <a:solidFill>
          <a:schemeClr val="accent1"/>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508BA3D-0989-13AC-E5C5-2C9CBC8A2C4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54184" y="465987"/>
            <a:ext cx="1831848" cy="468613"/>
          </a:xfrm>
          <a:prstGeom prst="rect">
            <a:avLst/>
          </a:prstGeom>
        </p:spPr>
      </p:pic>
      <p:sp>
        <p:nvSpPr>
          <p:cNvPr id="4" name="Título 1">
            <a:extLst>
              <a:ext uri="{FF2B5EF4-FFF2-40B4-BE49-F238E27FC236}">
                <a16:creationId xmlns:a16="http://schemas.microsoft.com/office/drawing/2014/main" id="{F8B2DCBA-8920-8135-E475-46F05F79834B}"/>
              </a:ext>
            </a:extLst>
          </p:cNvPr>
          <p:cNvSpPr>
            <a:spLocks noGrp="1"/>
          </p:cNvSpPr>
          <p:nvPr>
            <p:ph type="title" hasCustomPrompt="1"/>
          </p:nvPr>
        </p:nvSpPr>
        <p:spPr>
          <a:xfrm>
            <a:off x="765048" y="690792"/>
            <a:ext cx="7117080" cy="1020418"/>
          </a:xfrm>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2" name="Marcador de texto 82">
            <a:extLst>
              <a:ext uri="{FF2B5EF4-FFF2-40B4-BE49-F238E27FC236}">
                <a16:creationId xmlns:a16="http://schemas.microsoft.com/office/drawing/2014/main" id="{EC293EF9-7B99-90EB-3B9D-5B93C7160852}"/>
              </a:ext>
            </a:extLst>
          </p:cNvPr>
          <p:cNvSpPr>
            <a:spLocks noGrp="1"/>
          </p:cNvSpPr>
          <p:nvPr>
            <p:ph type="body" sz="quarter" idx="34" hasCustomPrompt="1"/>
          </p:nvPr>
        </p:nvSpPr>
        <p:spPr>
          <a:xfrm>
            <a:off x="2294979" y="3074777"/>
            <a:ext cx="2967486" cy="301978"/>
          </a:xfrm>
          <a:prstGeom prst="rect">
            <a:avLst/>
          </a:prstGeom>
        </p:spPr>
        <p:txBody>
          <a:bodyPr anchor="ctr"/>
          <a:lstStyle>
            <a:lvl1pPr marL="0" indent="0" algn="l">
              <a:buNone/>
              <a:defRPr sz="12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5" name="Marcador de texto 82">
            <a:extLst>
              <a:ext uri="{FF2B5EF4-FFF2-40B4-BE49-F238E27FC236}">
                <a16:creationId xmlns:a16="http://schemas.microsoft.com/office/drawing/2014/main" id="{EA659200-3D84-5500-A376-6A0AE04C55E6}"/>
              </a:ext>
            </a:extLst>
          </p:cNvPr>
          <p:cNvSpPr>
            <a:spLocks noGrp="1"/>
          </p:cNvSpPr>
          <p:nvPr>
            <p:ph type="body" sz="quarter" idx="41" hasCustomPrompt="1"/>
          </p:nvPr>
        </p:nvSpPr>
        <p:spPr>
          <a:xfrm>
            <a:off x="2294979" y="2184109"/>
            <a:ext cx="5813323" cy="745704"/>
          </a:xfrm>
          <a:prstGeom prst="rect">
            <a:avLst/>
          </a:prstGeom>
        </p:spPr>
        <p:txBody>
          <a:bodyPr anchor="t"/>
          <a:lstStyle>
            <a:lvl1pPr marL="0" indent="0" algn="l">
              <a:buNone/>
              <a:defRPr sz="16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6" name="Marcador de posición de imagen 4">
            <a:extLst>
              <a:ext uri="{FF2B5EF4-FFF2-40B4-BE49-F238E27FC236}">
                <a16:creationId xmlns:a16="http://schemas.microsoft.com/office/drawing/2014/main" id="{2B711A80-1449-AF1B-446D-7F639F5ABE79}"/>
              </a:ext>
            </a:extLst>
          </p:cNvPr>
          <p:cNvSpPr>
            <a:spLocks noGrp="1"/>
          </p:cNvSpPr>
          <p:nvPr>
            <p:ph type="pic" sz="quarter" idx="42"/>
          </p:nvPr>
        </p:nvSpPr>
        <p:spPr>
          <a:xfrm>
            <a:off x="765048" y="2184108"/>
            <a:ext cx="1193800" cy="1193800"/>
          </a:xfrm>
          <a:prstGeom prst="round2DiagRect">
            <a:avLst/>
          </a:prstGeom>
          <a:solidFill>
            <a:schemeClr val="bg2"/>
          </a:solidFill>
        </p:spPr>
        <p:txBody>
          <a:bodyPr/>
          <a:lstStyle>
            <a:lvl1pPr marL="0" indent="0">
              <a:buNone/>
              <a:defRPr>
                <a:noFill/>
              </a:defRPr>
            </a:lvl1pPr>
          </a:lstStyle>
          <a:p>
            <a:endParaRPr lang="es-ES"/>
          </a:p>
        </p:txBody>
      </p:sp>
      <p:sp>
        <p:nvSpPr>
          <p:cNvPr id="7" name="Marcador de texto 82">
            <a:extLst>
              <a:ext uri="{FF2B5EF4-FFF2-40B4-BE49-F238E27FC236}">
                <a16:creationId xmlns:a16="http://schemas.microsoft.com/office/drawing/2014/main" id="{9139CE0E-F0EA-32E2-F1EE-3168CB163182}"/>
              </a:ext>
            </a:extLst>
          </p:cNvPr>
          <p:cNvSpPr>
            <a:spLocks noGrp="1"/>
          </p:cNvSpPr>
          <p:nvPr>
            <p:ph type="body" sz="quarter" idx="43" hasCustomPrompt="1"/>
          </p:nvPr>
        </p:nvSpPr>
        <p:spPr>
          <a:xfrm>
            <a:off x="2294979" y="4567824"/>
            <a:ext cx="2967486" cy="301978"/>
          </a:xfrm>
          <a:prstGeom prst="rect">
            <a:avLst/>
          </a:prstGeom>
        </p:spPr>
        <p:txBody>
          <a:bodyPr anchor="ctr"/>
          <a:lstStyle>
            <a:lvl1pPr marL="0" indent="0" algn="l">
              <a:buNone/>
              <a:defRPr sz="12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8" name="Marcador de texto 82">
            <a:extLst>
              <a:ext uri="{FF2B5EF4-FFF2-40B4-BE49-F238E27FC236}">
                <a16:creationId xmlns:a16="http://schemas.microsoft.com/office/drawing/2014/main" id="{D3D4E1C3-9434-D61C-CB81-26A10B757D76}"/>
              </a:ext>
            </a:extLst>
          </p:cNvPr>
          <p:cNvSpPr>
            <a:spLocks noGrp="1"/>
          </p:cNvSpPr>
          <p:nvPr>
            <p:ph type="body" sz="quarter" idx="44" hasCustomPrompt="1"/>
          </p:nvPr>
        </p:nvSpPr>
        <p:spPr>
          <a:xfrm>
            <a:off x="2294979" y="3677156"/>
            <a:ext cx="5813323" cy="745704"/>
          </a:xfrm>
          <a:prstGeom prst="rect">
            <a:avLst/>
          </a:prstGeom>
        </p:spPr>
        <p:txBody>
          <a:bodyPr anchor="t"/>
          <a:lstStyle>
            <a:lvl1pPr marL="0" indent="0" algn="l">
              <a:buNone/>
              <a:defRPr sz="16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5" name="Marcador de posición de imagen 4">
            <a:extLst>
              <a:ext uri="{FF2B5EF4-FFF2-40B4-BE49-F238E27FC236}">
                <a16:creationId xmlns:a16="http://schemas.microsoft.com/office/drawing/2014/main" id="{EFCE5012-93F9-58FA-A834-650B68E57C91}"/>
              </a:ext>
            </a:extLst>
          </p:cNvPr>
          <p:cNvSpPr>
            <a:spLocks noGrp="1"/>
          </p:cNvSpPr>
          <p:nvPr>
            <p:ph type="pic" sz="quarter" idx="45"/>
          </p:nvPr>
        </p:nvSpPr>
        <p:spPr>
          <a:xfrm>
            <a:off x="765048" y="3677155"/>
            <a:ext cx="1193800" cy="1193800"/>
          </a:xfrm>
          <a:prstGeom prst="round2DiagRect">
            <a:avLst/>
          </a:prstGeom>
          <a:solidFill>
            <a:schemeClr val="bg2"/>
          </a:solidFill>
        </p:spPr>
        <p:txBody>
          <a:bodyPr/>
          <a:lstStyle>
            <a:lvl1pPr marL="0" indent="0">
              <a:buNone/>
              <a:defRPr>
                <a:noFill/>
              </a:defRPr>
            </a:lvl1pPr>
          </a:lstStyle>
          <a:p>
            <a:endParaRPr lang="es-ES"/>
          </a:p>
        </p:txBody>
      </p:sp>
      <p:sp>
        <p:nvSpPr>
          <p:cNvPr id="26" name="Marcador de texto 82">
            <a:extLst>
              <a:ext uri="{FF2B5EF4-FFF2-40B4-BE49-F238E27FC236}">
                <a16:creationId xmlns:a16="http://schemas.microsoft.com/office/drawing/2014/main" id="{92F52BA5-DEFB-0ABD-E44C-E5113B4F9FA4}"/>
              </a:ext>
            </a:extLst>
          </p:cNvPr>
          <p:cNvSpPr>
            <a:spLocks noGrp="1"/>
          </p:cNvSpPr>
          <p:nvPr>
            <p:ph type="body" sz="quarter" idx="46" hasCustomPrompt="1"/>
          </p:nvPr>
        </p:nvSpPr>
        <p:spPr>
          <a:xfrm>
            <a:off x="2294979" y="6060871"/>
            <a:ext cx="2967486" cy="301978"/>
          </a:xfrm>
          <a:prstGeom prst="rect">
            <a:avLst/>
          </a:prstGeom>
        </p:spPr>
        <p:txBody>
          <a:bodyPr anchor="ctr"/>
          <a:lstStyle>
            <a:lvl1pPr marL="0" indent="0" algn="l">
              <a:buNone/>
              <a:defRPr sz="12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7" name="Marcador de texto 82">
            <a:extLst>
              <a:ext uri="{FF2B5EF4-FFF2-40B4-BE49-F238E27FC236}">
                <a16:creationId xmlns:a16="http://schemas.microsoft.com/office/drawing/2014/main" id="{C548ACD1-10FB-78D2-1B2E-8060BF866B67}"/>
              </a:ext>
            </a:extLst>
          </p:cNvPr>
          <p:cNvSpPr>
            <a:spLocks noGrp="1"/>
          </p:cNvSpPr>
          <p:nvPr>
            <p:ph type="body" sz="quarter" idx="47" hasCustomPrompt="1"/>
          </p:nvPr>
        </p:nvSpPr>
        <p:spPr>
          <a:xfrm>
            <a:off x="2294979" y="5170203"/>
            <a:ext cx="5813323" cy="745704"/>
          </a:xfrm>
          <a:prstGeom prst="rect">
            <a:avLst/>
          </a:prstGeom>
        </p:spPr>
        <p:txBody>
          <a:bodyPr anchor="t"/>
          <a:lstStyle>
            <a:lvl1pPr marL="0" indent="0" algn="l">
              <a:buNone/>
              <a:defRPr sz="16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8" name="Marcador de posición de imagen 4">
            <a:extLst>
              <a:ext uri="{FF2B5EF4-FFF2-40B4-BE49-F238E27FC236}">
                <a16:creationId xmlns:a16="http://schemas.microsoft.com/office/drawing/2014/main" id="{E795B5D0-DE40-3EB5-D967-87FF5FC47A2A}"/>
              </a:ext>
            </a:extLst>
          </p:cNvPr>
          <p:cNvSpPr>
            <a:spLocks noGrp="1"/>
          </p:cNvSpPr>
          <p:nvPr>
            <p:ph type="pic" sz="quarter" idx="48"/>
          </p:nvPr>
        </p:nvSpPr>
        <p:spPr>
          <a:xfrm>
            <a:off x="765048" y="5170202"/>
            <a:ext cx="1193800" cy="1193800"/>
          </a:xfrm>
          <a:prstGeom prst="round2DiagRect">
            <a:avLst/>
          </a:prstGeom>
          <a:solidFill>
            <a:schemeClr val="bg2"/>
          </a:solidFill>
        </p:spPr>
        <p:txBody>
          <a:bodyPr/>
          <a:lstStyle>
            <a:lvl1pPr marL="0" indent="0">
              <a:buNone/>
              <a:defRPr>
                <a:noFill/>
              </a:defRPr>
            </a:lvl1pPr>
          </a:lstStyle>
          <a:p>
            <a:endParaRPr lang="es-ES"/>
          </a:p>
        </p:txBody>
      </p:sp>
    </p:spTree>
    <p:extLst>
      <p:ext uri="{BB962C8B-B14F-4D97-AF65-F5344CB8AC3E}">
        <p14:creationId xmlns:p14="http://schemas.microsoft.com/office/powerpoint/2010/main" val="2240855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avy">
    <p:bg>
      <p:bgPr>
        <a:solidFill>
          <a:schemeClr val="tx1"/>
        </a:solidFill>
        <a:effectLst/>
      </p:bgPr>
    </p:bg>
    <p:spTree>
      <p:nvGrpSpPr>
        <p:cNvPr id="1" name=""/>
        <p:cNvGrpSpPr/>
        <p:nvPr/>
      </p:nvGrpSpPr>
      <p:grpSpPr>
        <a:xfrm>
          <a:off x="0" y="0"/>
          <a:ext cx="0" cy="0"/>
          <a:chOff x="0" y="0"/>
          <a:chExt cx="0" cy="0"/>
        </a:xfrm>
      </p:grpSpPr>
      <p:sp>
        <p:nvSpPr>
          <p:cNvPr id="8" name="Marcador de título 1">
            <a:extLst>
              <a:ext uri="{FF2B5EF4-FFF2-40B4-BE49-F238E27FC236}">
                <a16:creationId xmlns:a16="http://schemas.microsoft.com/office/drawing/2014/main" id="{66643F84-6C7B-506A-B432-AF6F56020780}"/>
              </a:ext>
            </a:extLst>
          </p:cNvPr>
          <p:cNvSpPr>
            <a:spLocks noGrp="1"/>
          </p:cNvSpPr>
          <p:nvPr>
            <p:ph type="title" hasCustomPrompt="1"/>
          </p:nvPr>
        </p:nvSpPr>
        <p:spPr>
          <a:xfrm>
            <a:off x="838200" y="2698271"/>
            <a:ext cx="6987363" cy="2227000"/>
          </a:xfrm>
          <a:prstGeom prst="rect">
            <a:avLst/>
          </a:prstGeom>
        </p:spPr>
        <p:txBody>
          <a:bodyPr vert="horz" lIns="91440" tIns="45720" rIns="91440" bIns="45720" rtlCol="0" anchor="ctr">
            <a:noAutofit/>
          </a:bodyPr>
          <a:lstStyle>
            <a:lvl1pPr>
              <a:defRPr sz="5400">
                <a:solidFill>
                  <a:schemeClr val="bg1"/>
                </a:solidFill>
              </a:defRPr>
            </a:lvl1pPr>
          </a:lstStyle>
          <a:p>
            <a:r>
              <a:rPr lang="es-MX"/>
              <a:t>Click to add title</a:t>
            </a:r>
            <a:endParaRPr lang="es-UY"/>
          </a:p>
        </p:txBody>
      </p:sp>
    </p:spTree>
    <p:extLst>
      <p:ext uri="{BB962C8B-B14F-4D97-AF65-F5344CB8AC3E}">
        <p14:creationId xmlns:p14="http://schemas.microsoft.com/office/powerpoint/2010/main" val="3622145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White">
    <p:bg>
      <p:bgPr>
        <a:solidFill>
          <a:schemeClr val="bg1"/>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F6D6CE9-A5DA-D016-1238-1D53B2DDB4A5}"/>
              </a:ext>
            </a:extLst>
          </p:cNvPr>
          <p:cNvSpPr/>
          <p:nvPr userDrawn="1"/>
        </p:nvSpPr>
        <p:spPr>
          <a:xfrm>
            <a:off x="430876" y="322522"/>
            <a:ext cx="3006435" cy="953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6" name="Rectángulo 5">
            <a:extLst>
              <a:ext uri="{FF2B5EF4-FFF2-40B4-BE49-F238E27FC236}">
                <a16:creationId xmlns:a16="http://schemas.microsoft.com/office/drawing/2014/main" id="{B72E7D07-9F62-24F6-75EB-8BB73F7E7B66}"/>
              </a:ext>
            </a:extLst>
          </p:cNvPr>
          <p:cNvSpPr/>
          <p:nvPr userDrawn="1"/>
        </p:nvSpPr>
        <p:spPr>
          <a:xfrm>
            <a:off x="9185564" y="0"/>
            <a:ext cx="300643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Y"/>
          </a:p>
        </p:txBody>
      </p:sp>
      <p:sp>
        <p:nvSpPr>
          <p:cNvPr id="8" name="Marcador de título 1">
            <a:extLst>
              <a:ext uri="{FF2B5EF4-FFF2-40B4-BE49-F238E27FC236}">
                <a16:creationId xmlns:a16="http://schemas.microsoft.com/office/drawing/2014/main" id="{66643F84-6C7B-506A-B432-AF6F56020780}"/>
              </a:ext>
            </a:extLst>
          </p:cNvPr>
          <p:cNvSpPr>
            <a:spLocks noGrp="1"/>
          </p:cNvSpPr>
          <p:nvPr>
            <p:ph type="title" hasCustomPrompt="1"/>
          </p:nvPr>
        </p:nvSpPr>
        <p:spPr>
          <a:xfrm>
            <a:off x="838200" y="2698271"/>
            <a:ext cx="6987363" cy="2227000"/>
          </a:xfrm>
          <a:prstGeom prst="rect">
            <a:avLst/>
          </a:prstGeom>
        </p:spPr>
        <p:txBody>
          <a:bodyPr vert="horz" lIns="91440" tIns="45720" rIns="91440" bIns="45720" rtlCol="0" anchor="ctr">
            <a:noAutofit/>
          </a:bodyPr>
          <a:lstStyle>
            <a:lvl1pPr>
              <a:defRPr sz="5400">
                <a:solidFill>
                  <a:schemeClr val="tx1"/>
                </a:solidFill>
              </a:defRPr>
            </a:lvl1pPr>
          </a:lstStyle>
          <a:p>
            <a:r>
              <a:rPr lang="es-MX"/>
              <a:t>Click to add title</a:t>
            </a:r>
            <a:endParaRPr lang="es-UY"/>
          </a:p>
        </p:txBody>
      </p:sp>
      <p:pic>
        <p:nvPicPr>
          <p:cNvPr id="2" name="Imagen 1">
            <a:extLst>
              <a:ext uri="{FF2B5EF4-FFF2-40B4-BE49-F238E27FC236}">
                <a16:creationId xmlns:a16="http://schemas.microsoft.com/office/drawing/2014/main" id="{41D40ED6-DC87-D429-5500-57ECEDD56C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4850" y="587724"/>
            <a:ext cx="1831848" cy="468612"/>
          </a:xfrm>
          <a:prstGeom prst="rect">
            <a:avLst/>
          </a:prstGeom>
        </p:spPr>
      </p:pic>
      <p:pic>
        <p:nvPicPr>
          <p:cNvPr id="4" name="Gráfico 3">
            <a:extLst>
              <a:ext uri="{FF2B5EF4-FFF2-40B4-BE49-F238E27FC236}">
                <a16:creationId xmlns:a16="http://schemas.microsoft.com/office/drawing/2014/main" id="{659FD2EB-2DD3-EF39-7540-0C6F7F1DA73C}"/>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92" b="38087"/>
          <a:stretch/>
        </p:blipFill>
        <p:spPr>
          <a:xfrm>
            <a:off x="9497290" y="1"/>
            <a:ext cx="2694709" cy="6858000"/>
          </a:xfrm>
          <a:prstGeom prst="rect">
            <a:avLst/>
          </a:prstGeom>
        </p:spPr>
      </p:pic>
    </p:spTree>
    <p:extLst>
      <p:ext uri="{BB962C8B-B14F-4D97-AF65-F5344CB8AC3E}">
        <p14:creationId xmlns:p14="http://schemas.microsoft.com/office/powerpoint/2010/main" val="3453033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ue">
    <p:bg>
      <p:bgPr>
        <a:solidFill>
          <a:schemeClr val="tx2"/>
        </a:solidFill>
        <a:effectLst/>
      </p:bgPr>
    </p:bg>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DE42A96B-FAC9-7DE4-E75F-89D92FCBA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4768" y="589164"/>
            <a:ext cx="1827366" cy="467466"/>
          </a:xfrm>
          <a:prstGeom prst="rect">
            <a:avLst/>
          </a:prstGeom>
        </p:spPr>
      </p:pic>
      <p:pic>
        <p:nvPicPr>
          <p:cNvPr id="4" name="Gráfico 3">
            <a:extLst>
              <a:ext uri="{FF2B5EF4-FFF2-40B4-BE49-F238E27FC236}">
                <a16:creationId xmlns:a16="http://schemas.microsoft.com/office/drawing/2014/main" id="{0FBBFA05-BEC7-A10D-5DEF-291DF8A54C2B}"/>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248" b="38044"/>
          <a:stretch/>
        </p:blipFill>
        <p:spPr>
          <a:xfrm>
            <a:off x="9408695" y="-1"/>
            <a:ext cx="2783305" cy="6858001"/>
          </a:xfrm>
          <a:prstGeom prst="rect">
            <a:avLst/>
          </a:prstGeom>
        </p:spPr>
      </p:pic>
      <p:sp>
        <p:nvSpPr>
          <p:cNvPr id="2" name="Marcador de título 1">
            <a:extLst>
              <a:ext uri="{FF2B5EF4-FFF2-40B4-BE49-F238E27FC236}">
                <a16:creationId xmlns:a16="http://schemas.microsoft.com/office/drawing/2014/main" id="{E8BB262D-3449-81F8-C48D-1DF8DA58B688}"/>
              </a:ext>
            </a:extLst>
          </p:cNvPr>
          <p:cNvSpPr>
            <a:spLocks noGrp="1"/>
          </p:cNvSpPr>
          <p:nvPr>
            <p:ph type="title" hasCustomPrompt="1"/>
          </p:nvPr>
        </p:nvSpPr>
        <p:spPr>
          <a:xfrm>
            <a:off x="838200" y="2698271"/>
            <a:ext cx="6987363" cy="2227000"/>
          </a:xfrm>
          <a:prstGeom prst="rect">
            <a:avLst/>
          </a:prstGeom>
        </p:spPr>
        <p:txBody>
          <a:bodyPr vert="horz" lIns="91440" tIns="45720" rIns="91440" bIns="45720" rtlCol="0" anchor="ctr">
            <a:noAutofit/>
          </a:bodyPr>
          <a:lstStyle>
            <a:lvl1pPr>
              <a:defRPr sz="5400">
                <a:solidFill>
                  <a:schemeClr val="bg1"/>
                </a:solidFill>
              </a:defRPr>
            </a:lvl1pPr>
          </a:lstStyle>
          <a:p>
            <a:r>
              <a:rPr lang="es-MX"/>
              <a:t>Click to add title</a:t>
            </a:r>
            <a:endParaRPr lang="es-UY"/>
          </a:p>
        </p:txBody>
      </p:sp>
    </p:spTree>
    <p:extLst>
      <p:ext uri="{BB962C8B-B14F-4D97-AF65-F5344CB8AC3E}">
        <p14:creationId xmlns:p14="http://schemas.microsoft.com/office/powerpoint/2010/main" val="5487096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Life Sciences">
    <p:bg>
      <p:bgPr>
        <a:solidFill>
          <a:schemeClr val="accent1"/>
        </a:solid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8B2DCBA-8920-8135-E475-46F05F79834B}"/>
              </a:ext>
            </a:extLst>
          </p:cNvPr>
          <p:cNvSpPr>
            <a:spLocks noGrp="1"/>
          </p:cNvSpPr>
          <p:nvPr>
            <p:ph type="title" hasCustomPrompt="1"/>
          </p:nvPr>
        </p:nvSpPr>
        <p:spPr>
          <a:xfrm>
            <a:off x="765048" y="690792"/>
            <a:ext cx="7117080" cy="1020418"/>
          </a:xfrm>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9" name="Marcador de texto 21">
            <a:extLst>
              <a:ext uri="{FF2B5EF4-FFF2-40B4-BE49-F238E27FC236}">
                <a16:creationId xmlns:a16="http://schemas.microsoft.com/office/drawing/2014/main" id="{9381F8B8-D7C6-D059-E762-10CE3F2C419B}"/>
              </a:ext>
            </a:extLst>
          </p:cNvPr>
          <p:cNvSpPr>
            <a:spLocks noGrp="1"/>
          </p:cNvSpPr>
          <p:nvPr>
            <p:ph type="body" sz="quarter" idx="30" hasCustomPrompt="1"/>
          </p:nvPr>
        </p:nvSpPr>
        <p:spPr>
          <a:xfrm>
            <a:off x="765047" y="2150596"/>
            <a:ext cx="10217084" cy="1278404"/>
          </a:xfrm>
          <a:prstGeom prst="rect">
            <a:avLst/>
          </a:prstGeom>
        </p:spPr>
        <p:txBody>
          <a:bodyPr anchor="t"/>
          <a:lstStyle>
            <a:lvl1pPr marL="0" indent="0" algn="l">
              <a:buNone/>
              <a:defRPr sz="14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10" name="Elipse 9">
            <a:extLst>
              <a:ext uri="{FF2B5EF4-FFF2-40B4-BE49-F238E27FC236}">
                <a16:creationId xmlns:a16="http://schemas.microsoft.com/office/drawing/2014/main" id="{52698708-F3C1-6F9D-EDD4-5E59DDE797BB}"/>
              </a:ext>
            </a:extLst>
          </p:cNvPr>
          <p:cNvSpPr/>
          <p:nvPr userDrawn="1"/>
        </p:nvSpPr>
        <p:spPr>
          <a:xfrm>
            <a:off x="1210011" y="3721063"/>
            <a:ext cx="854959" cy="854959"/>
          </a:xfrm>
          <a:prstGeom prst="ellipse">
            <a:avLst/>
          </a:prstGeom>
          <a:blipFill dpi="0" rotWithShape="1">
            <a:blip r:embed="rId2"/>
            <a:srcRect/>
            <a:tile tx="0" ty="762000" sx="80000" sy="8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1</a:t>
            </a:r>
          </a:p>
        </p:txBody>
      </p:sp>
      <p:sp>
        <p:nvSpPr>
          <p:cNvPr id="11" name="Marcador de texto 82">
            <a:extLst>
              <a:ext uri="{FF2B5EF4-FFF2-40B4-BE49-F238E27FC236}">
                <a16:creationId xmlns:a16="http://schemas.microsoft.com/office/drawing/2014/main" id="{C1CF68BA-AAEE-C8C5-0B67-ED4851E4033D}"/>
              </a:ext>
            </a:extLst>
          </p:cNvPr>
          <p:cNvSpPr>
            <a:spLocks noGrp="1"/>
          </p:cNvSpPr>
          <p:nvPr>
            <p:ph type="body" sz="quarter" idx="34" hasCustomPrompt="1"/>
          </p:nvPr>
        </p:nvSpPr>
        <p:spPr>
          <a:xfrm>
            <a:off x="765047"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2" name="Marcador de texto 82">
            <a:extLst>
              <a:ext uri="{FF2B5EF4-FFF2-40B4-BE49-F238E27FC236}">
                <a16:creationId xmlns:a16="http://schemas.microsoft.com/office/drawing/2014/main" id="{AAA057BD-8F87-598A-9A10-2519D691A3E4}"/>
              </a:ext>
            </a:extLst>
          </p:cNvPr>
          <p:cNvSpPr>
            <a:spLocks noGrp="1"/>
          </p:cNvSpPr>
          <p:nvPr>
            <p:ph type="body" sz="quarter" idx="41" hasCustomPrompt="1"/>
          </p:nvPr>
        </p:nvSpPr>
        <p:spPr>
          <a:xfrm>
            <a:off x="765047"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3" name="Elipse 12">
            <a:extLst>
              <a:ext uri="{FF2B5EF4-FFF2-40B4-BE49-F238E27FC236}">
                <a16:creationId xmlns:a16="http://schemas.microsoft.com/office/drawing/2014/main" id="{5B5FDD0E-034A-79DE-34FF-41A0B90C5100}"/>
              </a:ext>
            </a:extLst>
          </p:cNvPr>
          <p:cNvSpPr/>
          <p:nvPr userDrawn="1"/>
        </p:nvSpPr>
        <p:spPr>
          <a:xfrm>
            <a:off x="3293911" y="3721062"/>
            <a:ext cx="854959" cy="854959"/>
          </a:xfrm>
          <a:prstGeom prst="ellipse">
            <a:avLst/>
          </a:prstGeom>
          <a:blipFill dpi="0" rotWithShape="1">
            <a:blip r:embed="rId2"/>
            <a:srcRect/>
            <a:tile tx="0" ty="762000" sx="80000" sy="8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2</a:t>
            </a:r>
          </a:p>
        </p:txBody>
      </p:sp>
      <p:sp>
        <p:nvSpPr>
          <p:cNvPr id="14" name="Marcador de texto 82">
            <a:extLst>
              <a:ext uri="{FF2B5EF4-FFF2-40B4-BE49-F238E27FC236}">
                <a16:creationId xmlns:a16="http://schemas.microsoft.com/office/drawing/2014/main" id="{9FAE3F7A-4921-91F0-913A-FE5A03988D49}"/>
              </a:ext>
            </a:extLst>
          </p:cNvPr>
          <p:cNvSpPr>
            <a:spLocks noGrp="1"/>
          </p:cNvSpPr>
          <p:nvPr>
            <p:ph type="body" sz="quarter" idx="42" hasCustomPrompt="1"/>
          </p:nvPr>
        </p:nvSpPr>
        <p:spPr>
          <a:xfrm>
            <a:off x="2855169" y="4793593"/>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5" name="Marcador de texto 82">
            <a:extLst>
              <a:ext uri="{FF2B5EF4-FFF2-40B4-BE49-F238E27FC236}">
                <a16:creationId xmlns:a16="http://schemas.microsoft.com/office/drawing/2014/main" id="{DA9BA10A-B0AD-1276-BDFB-0FEE6CE7A053}"/>
              </a:ext>
            </a:extLst>
          </p:cNvPr>
          <p:cNvSpPr>
            <a:spLocks noGrp="1"/>
          </p:cNvSpPr>
          <p:nvPr>
            <p:ph type="body" sz="quarter" idx="43" hasCustomPrompt="1"/>
          </p:nvPr>
        </p:nvSpPr>
        <p:spPr>
          <a:xfrm>
            <a:off x="2855169" y="5264355"/>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6" name="Elipse 15">
            <a:extLst>
              <a:ext uri="{FF2B5EF4-FFF2-40B4-BE49-F238E27FC236}">
                <a16:creationId xmlns:a16="http://schemas.microsoft.com/office/drawing/2014/main" id="{5C32ECD4-B1DD-FF3C-AB12-5C761646B636}"/>
              </a:ext>
            </a:extLst>
          </p:cNvPr>
          <p:cNvSpPr/>
          <p:nvPr userDrawn="1"/>
        </p:nvSpPr>
        <p:spPr>
          <a:xfrm>
            <a:off x="5384033" y="3721062"/>
            <a:ext cx="854959" cy="854959"/>
          </a:xfrm>
          <a:prstGeom prst="ellipse">
            <a:avLst/>
          </a:prstGeom>
          <a:blipFill dpi="0" rotWithShape="1">
            <a:blip r:embed="rId2"/>
            <a:srcRect/>
            <a:tile tx="0" ty="762000" sx="80000" sy="8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3</a:t>
            </a:r>
          </a:p>
        </p:txBody>
      </p:sp>
      <p:sp>
        <p:nvSpPr>
          <p:cNvPr id="17" name="Marcador de texto 82">
            <a:extLst>
              <a:ext uri="{FF2B5EF4-FFF2-40B4-BE49-F238E27FC236}">
                <a16:creationId xmlns:a16="http://schemas.microsoft.com/office/drawing/2014/main" id="{59C79C3A-C320-1588-6F65-9E514A6E4F93}"/>
              </a:ext>
            </a:extLst>
          </p:cNvPr>
          <p:cNvSpPr>
            <a:spLocks noGrp="1"/>
          </p:cNvSpPr>
          <p:nvPr>
            <p:ph type="body" sz="quarter" idx="44" hasCustomPrompt="1"/>
          </p:nvPr>
        </p:nvSpPr>
        <p:spPr>
          <a:xfrm>
            <a:off x="4945291"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8" name="Marcador de texto 82">
            <a:extLst>
              <a:ext uri="{FF2B5EF4-FFF2-40B4-BE49-F238E27FC236}">
                <a16:creationId xmlns:a16="http://schemas.microsoft.com/office/drawing/2014/main" id="{50B95FB3-8619-CFC9-CC7E-47A988AC73B6}"/>
              </a:ext>
            </a:extLst>
          </p:cNvPr>
          <p:cNvSpPr>
            <a:spLocks noGrp="1"/>
          </p:cNvSpPr>
          <p:nvPr>
            <p:ph type="body" sz="quarter" idx="45" hasCustomPrompt="1"/>
          </p:nvPr>
        </p:nvSpPr>
        <p:spPr>
          <a:xfrm>
            <a:off x="4945291"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9" name="Elipse 18">
            <a:extLst>
              <a:ext uri="{FF2B5EF4-FFF2-40B4-BE49-F238E27FC236}">
                <a16:creationId xmlns:a16="http://schemas.microsoft.com/office/drawing/2014/main" id="{733E4614-9E67-333B-6C28-5C0F63220FED}"/>
              </a:ext>
            </a:extLst>
          </p:cNvPr>
          <p:cNvSpPr/>
          <p:nvPr userDrawn="1"/>
        </p:nvSpPr>
        <p:spPr>
          <a:xfrm>
            <a:off x="7478789" y="3721062"/>
            <a:ext cx="854959" cy="854959"/>
          </a:xfrm>
          <a:prstGeom prst="ellipse">
            <a:avLst/>
          </a:prstGeom>
          <a:blipFill dpi="0" rotWithShape="1">
            <a:blip r:embed="rId2"/>
            <a:srcRect/>
            <a:tile tx="0" ty="762000" sx="80000" sy="8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4</a:t>
            </a:r>
          </a:p>
        </p:txBody>
      </p:sp>
      <p:sp>
        <p:nvSpPr>
          <p:cNvPr id="20" name="Marcador de texto 82">
            <a:extLst>
              <a:ext uri="{FF2B5EF4-FFF2-40B4-BE49-F238E27FC236}">
                <a16:creationId xmlns:a16="http://schemas.microsoft.com/office/drawing/2014/main" id="{72C651FC-2923-B3B3-0E6A-B324605828FF}"/>
              </a:ext>
            </a:extLst>
          </p:cNvPr>
          <p:cNvSpPr>
            <a:spLocks noGrp="1"/>
          </p:cNvSpPr>
          <p:nvPr>
            <p:ph type="body" sz="quarter" idx="46" hasCustomPrompt="1"/>
          </p:nvPr>
        </p:nvSpPr>
        <p:spPr>
          <a:xfrm>
            <a:off x="7035413" y="4794537"/>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1" name="Marcador de texto 82">
            <a:extLst>
              <a:ext uri="{FF2B5EF4-FFF2-40B4-BE49-F238E27FC236}">
                <a16:creationId xmlns:a16="http://schemas.microsoft.com/office/drawing/2014/main" id="{EB115245-735E-80C0-ECB0-7E17E6E4F6ED}"/>
              </a:ext>
            </a:extLst>
          </p:cNvPr>
          <p:cNvSpPr>
            <a:spLocks noGrp="1"/>
          </p:cNvSpPr>
          <p:nvPr>
            <p:ph type="body" sz="quarter" idx="47" hasCustomPrompt="1"/>
          </p:nvPr>
        </p:nvSpPr>
        <p:spPr>
          <a:xfrm>
            <a:off x="7035413" y="5265299"/>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2" name="Elipse 21">
            <a:extLst>
              <a:ext uri="{FF2B5EF4-FFF2-40B4-BE49-F238E27FC236}">
                <a16:creationId xmlns:a16="http://schemas.microsoft.com/office/drawing/2014/main" id="{31F4D468-74B7-BC33-A3F7-7D1CD9C3B369}"/>
              </a:ext>
            </a:extLst>
          </p:cNvPr>
          <p:cNvSpPr/>
          <p:nvPr userDrawn="1"/>
        </p:nvSpPr>
        <p:spPr>
          <a:xfrm>
            <a:off x="9564277" y="3721062"/>
            <a:ext cx="854959" cy="854959"/>
          </a:xfrm>
          <a:prstGeom prst="ellipse">
            <a:avLst/>
          </a:prstGeom>
          <a:blipFill dpi="0" rotWithShape="1">
            <a:blip r:embed="rId2"/>
            <a:srcRect/>
            <a:tile tx="0" ty="762000" sx="80000" sy="8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5</a:t>
            </a:r>
          </a:p>
        </p:txBody>
      </p:sp>
      <p:sp>
        <p:nvSpPr>
          <p:cNvPr id="23" name="Marcador de texto 82">
            <a:extLst>
              <a:ext uri="{FF2B5EF4-FFF2-40B4-BE49-F238E27FC236}">
                <a16:creationId xmlns:a16="http://schemas.microsoft.com/office/drawing/2014/main" id="{5F3B0867-6702-181F-ACCC-C405754F9F55}"/>
              </a:ext>
            </a:extLst>
          </p:cNvPr>
          <p:cNvSpPr>
            <a:spLocks noGrp="1"/>
          </p:cNvSpPr>
          <p:nvPr>
            <p:ph type="body" sz="quarter" idx="48" hasCustomPrompt="1"/>
          </p:nvPr>
        </p:nvSpPr>
        <p:spPr>
          <a:xfrm>
            <a:off x="9125535"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4" name="Marcador de texto 82">
            <a:extLst>
              <a:ext uri="{FF2B5EF4-FFF2-40B4-BE49-F238E27FC236}">
                <a16:creationId xmlns:a16="http://schemas.microsoft.com/office/drawing/2014/main" id="{05190DE8-56E3-F7DE-46AE-4E6E498E2B50}"/>
              </a:ext>
            </a:extLst>
          </p:cNvPr>
          <p:cNvSpPr>
            <a:spLocks noGrp="1"/>
          </p:cNvSpPr>
          <p:nvPr>
            <p:ph type="body" sz="quarter" idx="49" hasCustomPrompt="1"/>
          </p:nvPr>
        </p:nvSpPr>
        <p:spPr>
          <a:xfrm>
            <a:off x="9125535"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pic>
        <p:nvPicPr>
          <p:cNvPr id="3" name="Gráfico 2">
            <a:extLst>
              <a:ext uri="{FF2B5EF4-FFF2-40B4-BE49-F238E27FC236}">
                <a16:creationId xmlns:a16="http://schemas.microsoft.com/office/drawing/2014/main" id="{1922D020-F3C3-0D03-C1E6-D76EE3D4E7A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20650" y="-120945"/>
            <a:ext cx="1638300" cy="1879600"/>
          </a:xfrm>
          <a:prstGeom prst="rect">
            <a:avLst/>
          </a:prstGeom>
        </p:spPr>
      </p:pic>
      <p:pic>
        <p:nvPicPr>
          <p:cNvPr id="6" name="Gráfico 5">
            <a:extLst>
              <a:ext uri="{FF2B5EF4-FFF2-40B4-BE49-F238E27FC236}">
                <a16:creationId xmlns:a16="http://schemas.microsoft.com/office/drawing/2014/main" id="{3388F243-FE18-7BF9-8CDA-8337856A479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4183" y="465989"/>
            <a:ext cx="1831848" cy="682676"/>
          </a:xfrm>
          <a:prstGeom prst="rect">
            <a:avLst/>
          </a:prstGeom>
        </p:spPr>
      </p:pic>
    </p:spTree>
    <p:extLst>
      <p:ext uri="{BB962C8B-B14F-4D97-AF65-F5344CB8AC3E}">
        <p14:creationId xmlns:p14="http://schemas.microsoft.com/office/powerpoint/2010/main" val="28945034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Financial Services">
    <p:bg>
      <p:bgPr>
        <a:solidFill>
          <a:schemeClr val="accent1"/>
        </a:solid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8B2DCBA-8920-8135-E475-46F05F79834B}"/>
              </a:ext>
            </a:extLst>
          </p:cNvPr>
          <p:cNvSpPr>
            <a:spLocks noGrp="1"/>
          </p:cNvSpPr>
          <p:nvPr>
            <p:ph type="title" hasCustomPrompt="1"/>
          </p:nvPr>
        </p:nvSpPr>
        <p:spPr>
          <a:xfrm>
            <a:off x="765048" y="690792"/>
            <a:ext cx="7117080" cy="1020418"/>
          </a:xfrm>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9" name="Marcador de texto 21">
            <a:extLst>
              <a:ext uri="{FF2B5EF4-FFF2-40B4-BE49-F238E27FC236}">
                <a16:creationId xmlns:a16="http://schemas.microsoft.com/office/drawing/2014/main" id="{9381F8B8-D7C6-D059-E762-10CE3F2C419B}"/>
              </a:ext>
            </a:extLst>
          </p:cNvPr>
          <p:cNvSpPr>
            <a:spLocks noGrp="1"/>
          </p:cNvSpPr>
          <p:nvPr>
            <p:ph type="body" sz="quarter" idx="30" hasCustomPrompt="1"/>
          </p:nvPr>
        </p:nvSpPr>
        <p:spPr>
          <a:xfrm>
            <a:off x="765047" y="2150596"/>
            <a:ext cx="10217084" cy="1278404"/>
          </a:xfrm>
          <a:prstGeom prst="rect">
            <a:avLst/>
          </a:prstGeom>
        </p:spPr>
        <p:txBody>
          <a:bodyPr anchor="t"/>
          <a:lstStyle>
            <a:lvl1pPr marL="0" indent="0" algn="l">
              <a:buNone/>
              <a:defRPr sz="14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10" name="Elipse 9">
            <a:extLst>
              <a:ext uri="{FF2B5EF4-FFF2-40B4-BE49-F238E27FC236}">
                <a16:creationId xmlns:a16="http://schemas.microsoft.com/office/drawing/2014/main" id="{52698708-F3C1-6F9D-EDD4-5E59DDE797BB}"/>
              </a:ext>
            </a:extLst>
          </p:cNvPr>
          <p:cNvSpPr/>
          <p:nvPr userDrawn="1"/>
        </p:nvSpPr>
        <p:spPr>
          <a:xfrm>
            <a:off x="1210011" y="3721063"/>
            <a:ext cx="854959" cy="854959"/>
          </a:xfrm>
          <a:prstGeom prst="ellipse">
            <a:avLst/>
          </a:prstGeom>
          <a:blipFill dpi="0" rotWithShape="1">
            <a:blip r:embed="rId2"/>
            <a:srcRect/>
            <a:tile tx="635000" ty="381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1</a:t>
            </a:r>
          </a:p>
        </p:txBody>
      </p:sp>
      <p:sp>
        <p:nvSpPr>
          <p:cNvPr id="11" name="Marcador de texto 82">
            <a:extLst>
              <a:ext uri="{FF2B5EF4-FFF2-40B4-BE49-F238E27FC236}">
                <a16:creationId xmlns:a16="http://schemas.microsoft.com/office/drawing/2014/main" id="{C1CF68BA-AAEE-C8C5-0B67-ED4851E4033D}"/>
              </a:ext>
            </a:extLst>
          </p:cNvPr>
          <p:cNvSpPr>
            <a:spLocks noGrp="1"/>
          </p:cNvSpPr>
          <p:nvPr>
            <p:ph type="body" sz="quarter" idx="34" hasCustomPrompt="1"/>
          </p:nvPr>
        </p:nvSpPr>
        <p:spPr>
          <a:xfrm>
            <a:off x="765047"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2" name="Marcador de texto 82">
            <a:extLst>
              <a:ext uri="{FF2B5EF4-FFF2-40B4-BE49-F238E27FC236}">
                <a16:creationId xmlns:a16="http://schemas.microsoft.com/office/drawing/2014/main" id="{AAA057BD-8F87-598A-9A10-2519D691A3E4}"/>
              </a:ext>
            </a:extLst>
          </p:cNvPr>
          <p:cNvSpPr>
            <a:spLocks noGrp="1"/>
          </p:cNvSpPr>
          <p:nvPr>
            <p:ph type="body" sz="quarter" idx="41" hasCustomPrompt="1"/>
          </p:nvPr>
        </p:nvSpPr>
        <p:spPr>
          <a:xfrm>
            <a:off x="765047"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3" name="Elipse 12">
            <a:extLst>
              <a:ext uri="{FF2B5EF4-FFF2-40B4-BE49-F238E27FC236}">
                <a16:creationId xmlns:a16="http://schemas.microsoft.com/office/drawing/2014/main" id="{5B5FDD0E-034A-79DE-34FF-41A0B90C5100}"/>
              </a:ext>
            </a:extLst>
          </p:cNvPr>
          <p:cNvSpPr/>
          <p:nvPr userDrawn="1"/>
        </p:nvSpPr>
        <p:spPr>
          <a:xfrm>
            <a:off x="3293911" y="3721062"/>
            <a:ext cx="854959" cy="854959"/>
          </a:xfrm>
          <a:prstGeom prst="ellipse">
            <a:avLst/>
          </a:prstGeom>
          <a:blipFill dpi="0" rotWithShape="1">
            <a:blip r:embed="rId3"/>
            <a:srcRect/>
            <a:tile tx="0" ty="381000" sx="100000" sy="10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2</a:t>
            </a:r>
          </a:p>
        </p:txBody>
      </p:sp>
      <p:sp>
        <p:nvSpPr>
          <p:cNvPr id="14" name="Marcador de texto 82">
            <a:extLst>
              <a:ext uri="{FF2B5EF4-FFF2-40B4-BE49-F238E27FC236}">
                <a16:creationId xmlns:a16="http://schemas.microsoft.com/office/drawing/2014/main" id="{9FAE3F7A-4921-91F0-913A-FE5A03988D49}"/>
              </a:ext>
            </a:extLst>
          </p:cNvPr>
          <p:cNvSpPr>
            <a:spLocks noGrp="1"/>
          </p:cNvSpPr>
          <p:nvPr>
            <p:ph type="body" sz="quarter" idx="42" hasCustomPrompt="1"/>
          </p:nvPr>
        </p:nvSpPr>
        <p:spPr>
          <a:xfrm>
            <a:off x="2855169" y="4793593"/>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5" name="Marcador de texto 82">
            <a:extLst>
              <a:ext uri="{FF2B5EF4-FFF2-40B4-BE49-F238E27FC236}">
                <a16:creationId xmlns:a16="http://schemas.microsoft.com/office/drawing/2014/main" id="{DA9BA10A-B0AD-1276-BDFB-0FEE6CE7A053}"/>
              </a:ext>
            </a:extLst>
          </p:cNvPr>
          <p:cNvSpPr>
            <a:spLocks noGrp="1"/>
          </p:cNvSpPr>
          <p:nvPr>
            <p:ph type="body" sz="quarter" idx="43" hasCustomPrompt="1"/>
          </p:nvPr>
        </p:nvSpPr>
        <p:spPr>
          <a:xfrm>
            <a:off x="2855169" y="5264355"/>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6" name="Elipse 15">
            <a:extLst>
              <a:ext uri="{FF2B5EF4-FFF2-40B4-BE49-F238E27FC236}">
                <a16:creationId xmlns:a16="http://schemas.microsoft.com/office/drawing/2014/main" id="{5C32ECD4-B1DD-FF3C-AB12-5C761646B636}"/>
              </a:ext>
            </a:extLst>
          </p:cNvPr>
          <p:cNvSpPr/>
          <p:nvPr userDrawn="1"/>
        </p:nvSpPr>
        <p:spPr>
          <a:xfrm>
            <a:off x="5384033" y="3721062"/>
            <a:ext cx="854959" cy="854959"/>
          </a:xfrm>
          <a:prstGeom prst="ellipse">
            <a:avLst/>
          </a:prstGeom>
          <a:blipFill dpi="0" rotWithShape="1">
            <a:blip r:embed="rId3"/>
            <a:srcRect/>
            <a:tile tx="0" ty="381000" sx="100000" sy="10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3</a:t>
            </a:r>
          </a:p>
        </p:txBody>
      </p:sp>
      <p:sp>
        <p:nvSpPr>
          <p:cNvPr id="17" name="Marcador de texto 82">
            <a:extLst>
              <a:ext uri="{FF2B5EF4-FFF2-40B4-BE49-F238E27FC236}">
                <a16:creationId xmlns:a16="http://schemas.microsoft.com/office/drawing/2014/main" id="{59C79C3A-C320-1588-6F65-9E514A6E4F93}"/>
              </a:ext>
            </a:extLst>
          </p:cNvPr>
          <p:cNvSpPr>
            <a:spLocks noGrp="1"/>
          </p:cNvSpPr>
          <p:nvPr>
            <p:ph type="body" sz="quarter" idx="44" hasCustomPrompt="1"/>
          </p:nvPr>
        </p:nvSpPr>
        <p:spPr>
          <a:xfrm>
            <a:off x="4945291"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8" name="Marcador de texto 82">
            <a:extLst>
              <a:ext uri="{FF2B5EF4-FFF2-40B4-BE49-F238E27FC236}">
                <a16:creationId xmlns:a16="http://schemas.microsoft.com/office/drawing/2014/main" id="{50B95FB3-8619-CFC9-CC7E-47A988AC73B6}"/>
              </a:ext>
            </a:extLst>
          </p:cNvPr>
          <p:cNvSpPr>
            <a:spLocks noGrp="1"/>
          </p:cNvSpPr>
          <p:nvPr>
            <p:ph type="body" sz="quarter" idx="45" hasCustomPrompt="1"/>
          </p:nvPr>
        </p:nvSpPr>
        <p:spPr>
          <a:xfrm>
            <a:off x="4945291"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9" name="Elipse 18">
            <a:extLst>
              <a:ext uri="{FF2B5EF4-FFF2-40B4-BE49-F238E27FC236}">
                <a16:creationId xmlns:a16="http://schemas.microsoft.com/office/drawing/2014/main" id="{733E4614-9E67-333B-6C28-5C0F63220FED}"/>
              </a:ext>
            </a:extLst>
          </p:cNvPr>
          <p:cNvSpPr/>
          <p:nvPr userDrawn="1"/>
        </p:nvSpPr>
        <p:spPr>
          <a:xfrm>
            <a:off x="7478789" y="3721062"/>
            <a:ext cx="854959" cy="854959"/>
          </a:xfrm>
          <a:prstGeom prst="ellipse">
            <a:avLst/>
          </a:prstGeom>
          <a:blipFill dpi="0" rotWithShape="1">
            <a:blip r:embed="rId3"/>
            <a:srcRect/>
            <a:tile tx="0" ty="381000" sx="100000" sy="10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4</a:t>
            </a:r>
          </a:p>
        </p:txBody>
      </p:sp>
      <p:sp>
        <p:nvSpPr>
          <p:cNvPr id="20" name="Marcador de texto 82">
            <a:extLst>
              <a:ext uri="{FF2B5EF4-FFF2-40B4-BE49-F238E27FC236}">
                <a16:creationId xmlns:a16="http://schemas.microsoft.com/office/drawing/2014/main" id="{72C651FC-2923-B3B3-0E6A-B324605828FF}"/>
              </a:ext>
            </a:extLst>
          </p:cNvPr>
          <p:cNvSpPr>
            <a:spLocks noGrp="1"/>
          </p:cNvSpPr>
          <p:nvPr>
            <p:ph type="body" sz="quarter" idx="46" hasCustomPrompt="1"/>
          </p:nvPr>
        </p:nvSpPr>
        <p:spPr>
          <a:xfrm>
            <a:off x="7035413" y="4794537"/>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1" name="Marcador de texto 82">
            <a:extLst>
              <a:ext uri="{FF2B5EF4-FFF2-40B4-BE49-F238E27FC236}">
                <a16:creationId xmlns:a16="http://schemas.microsoft.com/office/drawing/2014/main" id="{EB115245-735E-80C0-ECB0-7E17E6E4F6ED}"/>
              </a:ext>
            </a:extLst>
          </p:cNvPr>
          <p:cNvSpPr>
            <a:spLocks noGrp="1"/>
          </p:cNvSpPr>
          <p:nvPr>
            <p:ph type="body" sz="quarter" idx="47" hasCustomPrompt="1"/>
          </p:nvPr>
        </p:nvSpPr>
        <p:spPr>
          <a:xfrm>
            <a:off x="7035413" y="5265299"/>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2" name="Elipse 21">
            <a:extLst>
              <a:ext uri="{FF2B5EF4-FFF2-40B4-BE49-F238E27FC236}">
                <a16:creationId xmlns:a16="http://schemas.microsoft.com/office/drawing/2014/main" id="{31F4D468-74B7-BC33-A3F7-7D1CD9C3B369}"/>
              </a:ext>
            </a:extLst>
          </p:cNvPr>
          <p:cNvSpPr/>
          <p:nvPr userDrawn="1"/>
        </p:nvSpPr>
        <p:spPr>
          <a:xfrm>
            <a:off x="9564277" y="3721062"/>
            <a:ext cx="854959" cy="854959"/>
          </a:xfrm>
          <a:prstGeom prst="ellipse">
            <a:avLst/>
          </a:prstGeom>
          <a:blipFill dpi="0" rotWithShape="1">
            <a:blip r:embed="rId3"/>
            <a:srcRect/>
            <a:tile tx="0" ty="381000" sx="100000" sy="10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5</a:t>
            </a:r>
          </a:p>
        </p:txBody>
      </p:sp>
      <p:sp>
        <p:nvSpPr>
          <p:cNvPr id="23" name="Marcador de texto 82">
            <a:extLst>
              <a:ext uri="{FF2B5EF4-FFF2-40B4-BE49-F238E27FC236}">
                <a16:creationId xmlns:a16="http://schemas.microsoft.com/office/drawing/2014/main" id="{5F3B0867-6702-181F-ACCC-C405754F9F55}"/>
              </a:ext>
            </a:extLst>
          </p:cNvPr>
          <p:cNvSpPr>
            <a:spLocks noGrp="1"/>
          </p:cNvSpPr>
          <p:nvPr>
            <p:ph type="body" sz="quarter" idx="48" hasCustomPrompt="1"/>
          </p:nvPr>
        </p:nvSpPr>
        <p:spPr>
          <a:xfrm>
            <a:off x="9125535"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4" name="Marcador de texto 82">
            <a:extLst>
              <a:ext uri="{FF2B5EF4-FFF2-40B4-BE49-F238E27FC236}">
                <a16:creationId xmlns:a16="http://schemas.microsoft.com/office/drawing/2014/main" id="{05190DE8-56E3-F7DE-46AE-4E6E498E2B50}"/>
              </a:ext>
            </a:extLst>
          </p:cNvPr>
          <p:cNvSpPr>
            <a:spLocks noGrp="1"/>
          </p:cNvSpPr>
          <p:nvPr>
            <p:ph type="body" sz="quarter" idx="49" hasCustomPrompt="1"/>
          </p:nvPr>
        </p:nvSpPr>
        <p:spPr>
          <a:xfrm>
            <a:off x="9125535"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pic>
        <p:nvPicPr>
          <p:cNvPr id="2" name="Gráfico 1">
            <a:extLst>
              <a:ext uri="{FF2B5EF4-FFF2-40B4-BE49-F238E27FC236}">
                <a16:creationId xmlns:a16="http://schemas.microsoft.com/office/drawing/2014/main" id="{AB99F357-CC85-2963-26EF-B3A4658EB0C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20650" y="-120650"/>
            <a:ext cx="1638300" cy="1879600"/>
          </a:xfrm>
          <a:prstGeom prst="rect">
            <a:avLst/>
          </a:prstGeom>
        </p:spPr>
      </p:pic>
      <p:pic>
        <p:nvPicPr>
          <p:cNvPr id="5" name="Gráfico 4">
            <a:extLst>
              <a:ext uri="{FF2B5EF4-FFF2-40B4-BE49-F238E27FC236}">
                <a16:creationId xmlns:a16="http://schemas.microsoft.com/office/drawing/2014/main" id="{F1156C8A-0A29-22EC-1AF1-F5515EE0A235}"/>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54183" y="465988"/>
            <a:ext cx="1831848" cy="682676"/>
          </a:xfrm>
          <a:prstGeom prst="rect">
            <a:avLst/>
          </a:prstGeom>
        </p:spPr>
      </p:pic>
      <p:sp>
        <p:nvSpPr>
          <p:cNvPr id="6" name="Elipse 5">
            <a:extLst>
              <a:ext uri="{FF2B5EF4-FFF2-40B4-BE49-F238E27FC236}">
                <a16:creationId xmlns:a16="http://schemas.microsoft.com/office/drawing/2014/main" id="{BF80A511-3026-92C3-37C2-84C333AFF69C}"/>
              </a:ext>
            </a:extLst>
          </p:cNvPr>
          <p:cNvSpPr/>
          <p:nvPr userDrawn="1"/>
        </p:nvSpPr>
        <p:spPr>
          <a:xfrm>
            <a:off x="3289277" y="3721062"/>
            <a:ext cx="854959" cy="854959"/>
          </a:xfrm>
          <a:prstGeom prst="ellipse">
            <a:avLst/>
          </a:prstGeom>
          <a:blipFill dpi="0" rotWithShape="1">
            <a:blip r:embed="rId2"/>
            <a:srcRect/>
            <a:tile tx="635000" ty="381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2</a:t>
            </a:r>
          </a:p>
        </p:txBody>
      </p:sp>
      <p:sp>
        <p:nvSpPr>
          <p:cNvPr id="7" name="Elipse 6">
            <a:extLst>
              <a:ext uri="{FF2B5EF4-FFF2-40B4-BE49-F238E27FC236}">
                <a16:creationId xmlns:a16="http://schemas.microsoft.com/office/drawing/2014/main" id="{D326C5AA-17E0-4AC6-6688-77C10FE63021}"/>
              </a:ext>
            </a:extLst>
          </p:cNvPr>
          <p:cNvSpPr/>
          <p:nvPr userDrawn="1"/>
        </p:nvSpPr>
        <p:spPr>
          <a:xfrm>
            <a:off x="5393301" y="3721062"/>
            <a:ext cx="854959" cy="854959"/>
          </a:xfrm>
          <a:prstGeom prst="ellipse">
            <a:avLst/>
          </a:prstGeom>
          <a:blipFill dpi="0" rotWithShape="1">
            <a:blip r:embed="rId2"/>
            <a:srcRect/>
            <a:tile tx="635000" ty="381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3</a:t>
            </a:r>
          </a:p>
        </p:txBody>
      </p:sp>
      <p:sp>
        <p:nvSpPr>
          <p:cNvPr id="8" name="Elipse 7">
            <a:extLst>
              <a:ext uri="{FF2B5EF4-FFF2-40B4-BE49-F238E27FC236}">
                <a16:creationId xmlns:a16="http://schemas.microsoft.com/office/drawing/2014/main" id="{DC571475-31C1-C39C-7919-85DF59FA803E}"/>
              </a:ext>
            </a:extLst>
          </p:cNvPr>
          <p:cNvSpPr/>
          <p:nvPr userDrawn="1"/>
        </p:nvSpPr>
        <p:spPr>
          <a:xfrm>
            <a:off x="7472567" y="3721061"/>
            <a:ext cx="854959" cy="854959"/>
          </a:xfrm>
          <a:prstGeom prst="ellipse">
            <a:avLst/>
          </a:prstGeom>
          <a:blipFill dpi="0" rotWithShape="1">
            <a:blip r:embed="rId2"/>
            <a:srcRect/>
            <a:tile tx="635000" ty="381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4</a:t>
            </a:r>
          </a:p>
        </p:txBody>
      </p:sp>
      <p:sp>
        <p:nvSpPr>
          <p:cNvPr id="25" name="Elipse 24">
            <a:extLst>
              <a:ext uri="{FF2B5EF4-FFF2-40B4-BE49-F238E27FC236}">
                <a16:creationId xmlns:a16="http://schemas.microsoft.com/office/drawing/2014/main" id="{5D3A2C98-429F-8D26-7D0E-6FB688C255C0}"/>
              </a:ext>
            </a:extLst>
          </p:cNvPr>
          <p:cNvSpPr/>
          <p:nvPr userDrawn="1"/>
        </p:nvSpPr>
        <p:spPr>
          <a:xfrm>
            <a:off x="9561101" y="3716861"/>
            <a:ext cx="854959" cy="854959"/>
          </a:xfrm>
          <a:prstGeom prst="ellipse">
            <a:avLst/>
          </a:prstGeom>
          <a:blipFill dpi="0" rotWithShape="1">
            <a:blip r:embed="rId2"/>
            <a:srcRect/>
            <a:tile tx="635000" ty="381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5</a:t>
            </a:r>
          </a:p>
        </p:txBody>
      </p:sp>
    </p:spTree>
    <p:extLst>
      <p:ext uri="{BB962C8B-B14F-4D97-AF65-F5344CB8AC3E}">
        <p14:creationId xmlns:p14="http://schemas.microsoft.com/office/powerpoint/2010/main" val="24735628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Healthcare">
    <p:bg>
      <p:bgPr>
        <a:solidFill>
          <a:schemeClr val="accent1"/>
        </a:solid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8B2DCBA-8920-8135-E475-46F05F79834B}"/>
              </a:ext>
            </a:extLst>
          </p:cNvPr>
          <p:cNvSpPr>
            <a:spLocks noGrp="1"/>
          </p:cNvSpPr>
          <p:nvPr>
            <p:ph type="title" hasCustomPrompt="1"/>
          </p:nvPr>
        </p:nvSpPr>
        <p:spPr>
          <a:xfrm>
            <a:off x="765048" y="690792"/>
            <a:ext cx="7117080" cy="1020418"/>
          </a:xfrm>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9" name="Marcador de texto 21">
            <a:extLst>
              <a:ext uri="{FF2B5EF4-FFF2-40B4-BE49-F238E27FC236}">
                <a16:creationId xmlns:a16="http://schemas.microsoft.com/office/drawing/2014/main" id="{9381F8B8-D7C6-D059-E762-10CE3F2C419B}"/>
              </a:ext>
            </a:extLst>
          </p:cNvPr>
          <p:cNvSpPr>
            <a:spLocks noGrp="1"/>
          </p:cNvSpPr>
          <p:nvPr>
            <p:ph type="body" sz="quarter" idx="30" hasCustomPrompt="1"/>
          </p:nvPr>
        </p:nvSpPr>
        <p:spPr>
          <a:xfrm>
            <a:off x="765047" y="2150596"/>
            <a:ext cx="10217084" cy="1278404"/>
          </a:xfrm>
          <a:prstGeom prst="rect">
            <a:avLst/>
          </a:prstGeom>
        </p:spPr>
        <p:txBody>
          <a:bodyPr anchor="t"/>
          <a:lstStyle>
            <a:lvl1pPr marL="0" indent="0" algn="l">
              <a:buNone/>
              <a:defRPr sz="14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10" name="Elipse 9">
            <a:extLst>
              <a:ext uri="{FF2B5EF4-FFF2-40B4-BE49-F238E27FC236}">
                <a16:creationId xmlns:a16="http://schemas.microsoft.com/office/drawing/2014/main" id="{52698708-F3C1-6F9D-EDD4-5E59DDE797BB}"/>
              </a:ext>
            </a:extLst>
          </p:cNvPr>
          <p:cNvSpPr/>
          <p:nvPr userDrawn="1"/>
        </p:nvSpPr>
        <p:spPr>
          <a:xfrm>
            <a:off x="1210011" y="3721063"/>
            <a:ext cx="854959" cy="854959"/>
          </a:xfrm>
          <a:prstGeom prst="ellipse">
            <a:avLst/>
          </a:prstGeom>
          <a:blipFill dpi="0" rotWithShape="1">
            <a:blip r:embed="rId2"/>
            <a:srcRect/>
            <a:tile tx="0" ty="762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1</a:t>
            </a:r>
          </a:p>
        </p:txBody>
      </p:sp>
      <p:sp>
        <p:nvSpPr>
          <p:cNvPr id="11" name="Marcador de texto 82">
            <a:extLst>
              <a:ext uri="{FF2B5EF4-FFF2-40B4-BE49-F238E27FC236}">
                <a16:creationId xmlns:a16="http://schemas.microsoft.com/office/drawing/2014/main" id="{C1CF68BA-AAEE-C8C5-0B67-ED4851E4033D}"/>
              </a:ext>
            </a:extLst>
          </p:cNvPr>
          <p:cNvSpPr>
            <a:spLocks noGrp="1"/>
          </p:cNvSpPr>
          <p:nvPr>
            <p:ph type="body" sz="quarter" idx="34" hasCustomPrompt="1"/>
          </p:nvPr>
        </p:nvSpPr>
        <p:spPr>
          <a:xfrm>
            <a:off x="765047"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2" name="Marcador de texto 82">
            <a:extLst>
              <a:ext uri="{FF2B5EF4-FFF2-40B4-BE49-F238E27FC236}">
                <a16:creationId xmlns:a16="http://schemas.microsoft.com/office/drawing/2014/main" id="{AAA057BD-8F87-598A-9A10-2519D691A3E4}"/>
              </a:ext>
            </a:extLst>
          </p:cNvPr>
          <p:cNvSpPr>
            <a:spLocks noGrp="1"/>
          </p:cNvSpPr>
          <p:nvPr>
            <p:ph type="body" sz="quarter" idx="41" hasCustomPrompt="1"/>
          </p:nvPr>
        </p:nvSpPr>
        <p:spPr>
          <a:xfrm>
            <a:off x="765047"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3" name="Elipse 12">
            <a:extLst>
              <a:ext uri="{FF2B5EF4-FFF2-40B4-BE49-F238E27FC236}">
                <a16:creationId xmlns:a16="http://schemas.microsoft.com/office/drawing/2014/main" id="{5B5FDD0E-034A-79DE-34FF-41A0B90C5100}"/>
              </a:ext>
            </a:extLst>
          </p:cNvPr>
          <p:cNvSpPr/>
          <p:nvPr userDrawn="1"/>
        </p:nvSpPr>
        <p:spPr>
          <a:xfrm>
            <a:off x="3293911" y="3721062"/>
            <a:ext cx="854959" cy="854959"/>
          </a:xfrm>
          <a:prstGeom prst="ellipse">
            <a:avLst/>
          </a:prstGeom>
          <a:blipFill dpi="0" rotWithShape="1">
            <a:blip r:embed="rId2"/>
            <a:srcRect/>
            <a:tile tx="0" ty="762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2</a:t>
            </a:r>
          </a:p>
        </p:txBody>
      </p:sp>
      <p:sp>
        <p:nvSpPr>
          <p:cNvPr id="14" name="Marcador de texto 82">
            <a:extLst>
              <a:ext uri="{FF2B5EF4-FFF2-40B4-BE49-F238E27FC236}">
                <a16:creationId xmlns:a16="http://schemas.microsoft.com/office/drawing/2014/main" id="{9FAE3F7A-4921-91F0-913A-FE5A03988D49}"/>
              </a:ext>
            </a:extLst>
          </p:cNvPr>
          <p:cNvSpPr>
            <a:spLocks noGrp="1"/>
          </p:cNvSpPr>
          <p:nvPr>
            <p:ph type="body" sz="quarter" idx="42" hasCustomPrompt="1"/>
          </p:nvPr>
        </p:nvSpPr>
        <p:spPr>
          <a:xfrm>
            <a:off x="2855169" y="4793593"/>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5" name="Marcador de texto 82">
            <a:extLst>
              <a:ext uri="{FF2B5EF4-FFF2-40B4-BE49-F238E27FC236}">
                <a16:creationId xmlns:a16="http://schemas.microsoft.com/office/drawing/2014/main" id="{DA9BA10A-B0AD-1276-BDFB-0FEE6CE7A053}"/>
              </a:ext>
            </a:extLst>
          </p:cNvPr>
          <p:cNvSpPr>
            <a:spLocks noGrp="1"/>
          </p:cNvSpPr>
          <p:nvPr>
            <p:ph type="body" sz="quarter" idx="43" hasCustomPrompt="1"/>
          </p:nvPr>
        </p:nvSpPr>
        <p:spPr>
          <a:xfrm>
            <a:off x="2855169" y="5264355"/>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6" name="Elipse 15">
            <a:extLst>
              <a:ext uri="{FF2B5EF4-FFF2-40B4-BE49-F238E27FC236}">
                <a16:creationId xmlns:a16="http://schemas.microsoft.com/office/drawing/2014/main" id="{5C32ECD4-B1DD-FF3C-AB12-5C761646B636}"/>
              </a:ext>
            </a:extLst>
          </p:cNvPr>
          <p:cNvSpPr/>
          <p:nvPr userDrawn="1"/>
        </p:nvSpPr>
        <p:spPr>
          <a:xfrm>
            <a:off x="5384033" y="3721062"/>
            <a:ext cx="854959" cy="854959"/>
          </a:xfrm>
          <a:prstGeom prst="ellipse">
            <a:avLst/>
          </a:prstGeom>
          <a:blipFill dpi="0" rotWithShape="1">
            <a:blip r:embed="rId2"/>
            <a:srcRect/>
            <a:tile tx="0" ty="762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3</a:t>
            </a:r>
          </a:p>
        </p:txBody>
      </p:sp>
      <p:sp>
        <p:nvSpPr>
          <p:cNvPr id="17" name="Marcador de texto 82">
            <a:extLst>
              <a:ext uri="{FF2B5EF4-FFF2-40B4-BE49-F238E27FC236}">
                <a16:creationId xmlns:a16="http://schemas.microsoft.com/office/drawing/2014/main" id="{59C79C3A-C320-1588-6F65-9E514A6E4F93}"/>
              </a:ext>
            </a:extLst>
          </p:cNvPr>
          <p:cNvSpPr>
            <a:spLocks noGrp="1"/>
          </p:cNvSpPr>
          <p:nvPr>
            <p:ph type="body" sz="quarter" idx="44" hasCustomPrompt="1"/>
          </p:nvPr>
        </p:nvSpPr>
        <p:spPr>
          <a:xfrm>
            <a:off x="4945291"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8" name="Marcador de texto 82">
            <a:extLst>
              <a:ext uri="{FF2B5EF4-FFF2-40B4-BE49-F238E27FC236}">
                <a16:creationId xmlns:a16="http://schemas.microsoft.com/office/drawing/2014/main" id="{50B95FB3-8619-CFC9-CC7E-47A988AC73B6}"/>
              </a:ext>
            </a:extLst>
          </p:cNvPr>
          <p:cNvSpPr>
            <a:spLocks noGrp="1"/>
          </p:cNvSpPr>
          <p:nvPr>
            <p:ph type="body" sz="quarter" idx="45" hasCustomPrompt="1"/>
          </p:nvPr>
        </p:nvSpPr>
        <p:spPr>
          <a:xfrm>
            <a:off x="4945291"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9" name="Elipse 18">
            <a:extLst>
              <a:ext uri="{FF2B5EF4-FFF2-40B4-BE49-F238E27FC236}">
                <a16:creationId xmlns:a16="http://schemas.microsoft.com/office/drawing/2014/main" id="{733E4614-9E67-333B-6C28-5C0F63220FED}"/>
              </a:ext>
            </a:extLst>
          </p:cNvPr>
          <p:cNvSpPr/>
          <p:nvPr userDrawn="1"/>
        </p:nvSpPr>
        <p:spPr>
          <a:xfrm>
            <a:off x="7478789" y="3721062"/>
            <a:ext cx="854959" cy="854959"/>
          </a:xfrm>
          <a:prstGeom prst="ellipse">
            <a:avLst/>
          </a:prstGeom>
          <a:blipFill dpi="0" rotWithShape="1">
            <a:blip r:embed="rId2"/>
            <a:srcRect/>
            <a:tile tx="0" ty="762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4</a:t>
            </a:r>
          </a:p>
        </p:txBody>
      </p:sp>
      <p:sp>
        <p:nvSpPr>
          <p:cNvPr id="20" name="Marcador de texto 82">
            <a:extLst>
              <a:ext uri="{FF2B5EF4-FFF2-40B4-BE49-F238E27FC236}">
                <a16:creationId xmlns:a16="http://schemas.microsoft.com/office/drawing/2014/main" id="{72C651FC-2923-B3B3-0E6A-B324605828FF}"/>
              </a:ext>
            </a:extLst>
          </p:cNvPr>
          <p:cNvSpPr>
            <a:spLocks noGrp="1"/>
          </p:cNvSpPr>
          <p:nvPr>
            <p:ph type="body" sz="quarter" idx="46" hasCustomPrompt="1"/>
          </p:nvPr>
        </p:nvSpPr>
        <p:spPr>
          <a:xfrm>
            <a:off x="7035413" y="4794537"/>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1" name="Marcador de texto 82">
            <a:extLst>
              <a:ext uri="{FF2B5EF4-FFF2-40B4-BE49-F238E27FC236}">
                <a16:creationId xmlns:a16="http://schemas.microsoft.com/office/drawing/2014/main" id="{EB115245-735E-80C0-ECB0-7E17E6E4F6ED}"/>
              </a:ext>
            </a:extLst>
          </p:cNvPr>
          <p:cNvSpPr>
            <a:spLocks noGrp="1"/>
          </p:cNvSpPr>
          <p:nvPr>
            <p:ph type="body" sz="quarter" idx="47" hasCustomPrompt="1"/>
          </p:nvPr>
        </p:nvSpPr>
        <p:spPr>
          <a:xfrm>
            <a:off x="7035413" y="5265299"/>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2" name="Elipse 21">
            <a:extLst>
              <a:ext uri="{FF2B5EF4-FFF2-40B4-BE49-F238E27FC236}">
                <a16:creationId xmlns:a16="http://schemas.microsoft.com/office/drawing/2014/main" id="{31F4D468-74B7-BC33-A3F7-7D1CD9C3B369}"/>
              </a:ext>
            </a:extLst>
          </p:cNvPr>
          <p:cNvSpPr/>
          <p:nvPr userDrawn="1"/>
        </p:nvSpPr>
        <p:spPr>
          <a:xfrm>
            <a:off x="9564277" y="3721062"/>
            <a:ext cx="854959" cy="854959"/>
          </a:xfrm>
          <a:prstGeom prst="ellipse">
            <a:avLst/>
          </a:prstGeom>
          <a:blipFill dpi="0" rotWithShape="1">
            <a:blip r:embed="rId2"/>
            <a:srcRect/>
            <a:tile tx="0" ty="762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5</a:t>
            </a:r>
          </a:p>
        </p:txBody>
      </p:sp>
      <p:sp>
        <p:nvSpPr>
          <p:cNvPr id="23" name="Marcador de texto 82">
            <a:extLst>
              <a:ext uri="{FF2B5EF4-FFF2-40B4-BE49-F238E27FC236}">
                <a16:creationId xmlns:a16="http://schemas.microsoft.com/office/drawing/2014/main" id="{5F3B0867-6702-181F-ACCC-C405754F9F55}"/>
              </a:ext>
            </a:extLst>
          </p:cNvPr>
          <p:cNvSpPr>
            <a:spLocks noGrp="1"/>
          </p:cNvSpPr>
          <p:nvPr>
            <p:ph type="body" sz="quarter" idx="48" hasCustomPrompt="1"/>
          </p:nvPr>
        </p:nvSpPr>
        <p:spPr>
          <a:xfrm>
            <a:off x="9125535"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4" name="Marcador de texto 82">
            <a:extLst>
              <a:ext uri="{FF2B5EF4-FFF2-40B4-BE49-F238E27FC236}">
                <a16:creationId xmlns:a16="http://schemas.microsoft.com/office/drawing/2014/main" id="{05190DE8-56E3-F7DE-46AE-4E6E498E2B50}"/>
              </a:ext>
            </a:extLst>
          </p:cNvPr>
          <p:cNvSpPr>
            <a:spLocks noGrp="1"/>
          </p:cNvSpPr>
          <p:nvPr>
            <p:ph type="body" sz="quarter" idx="49" hasCustomPrompt="1"/>
          </p:nvPr>
        </p:nvSpPr>
        <p:spPr>
          <a:xfrm>
            <a:off x="9125535"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pic>
        <p:nvPicPr>
          <p:cNvPr id="2" name="Gráfico 1">
            <a:extLst>
              <a:ext uri="{FF2B5EF4-FFF2-40B4-BE49-F238E27FC236}">
                <a16:creationId xmlns:a16="http://schemas.microsoft.com/office/drawing/2014/main" id="{C18AC3EF-E539-B3AC-3097-3EE3A1E97D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20650" y="-114543"/>
            <a:ext cx="1638300" cy="1879600"/>
          </a:xfrm>
          <a:prstGeom prst="rect">
            <a:avLst/>
          </a:prstGeom>
        </p:spPr>
      </p:pic>
      <p:pic>
        <p:nvPicPr>
          <p:cNvPr id="5" name="Gráfico 4">
            <a:extLst>
              <a:ext uri="{FF2B5EF4-FFF2-40B4-BE49-F238E27FC236}">
                <a16:creationId xmlns:a16="http://schemas.microsoft.com/office/drawing/2014/main" id="{66CA4027-A9ED-D05A-8BE4-D84C673B295A}"/>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4183" y="483919"/>
            <a:ext cx="1831848" cy="682676"/>
          </a:xfrm>
          <a:prstGeom prst="rect">
            <a:avLst/>
          </a:prstGeom>
        </p:spPr>
      </p:pic>
    </p:spTree>
    <p:extLst>
      <p:ext uri="{BB962C8B-B14F-4D97-AF65-F5344CB8AC3E}">
        <p14:creationId xmlns:p14="http://schemas.microsoft.com/office/powerpoint/2010/main" val="7404766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Professional Services">
    <p:bg>
      <p:bgPr>
        <a:solidFill>
          <a:schemeClr val="accent1"/>
        </a:solid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8B2DCBA-8920-8135-E475-46F05F79834B}"/>
              </a:ext>
            </a:extLst>
          </p:cNvPr>
          <p:cNvSpPr>
            <a:spLocks noGrp="1"/>
          </p:cNvSpPr>
          <p:nvPr>
            <p:ph type="title" hasCustomPrompt="1"/>
          </p:nvPr>
        </p:nvSpPr>
        <p:spPr>
          <a:xfrm>
            <a:off x="765048" y="690792"/>
            <a:ext cx="7117080" cy="1020418"/>
          </a:xfrm>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9" name="Marcador de texto 21">
            <a:extLst>
              <a:ext uri="{FF2B5EF4-FFF2-40B4-BE49-F238E27FC236}">
                <a16:creationId xmlns:a16="http://schemas.microsoft.com/office/drawing/2014/main" id="{9381F8B8-D7C6-D059-E762-10CE3F2C419B}"/>
              </a:ext>
            </a:extLst>
          </p:cNvPr>
          <p:cNvSpPr>
            <a:spLocks noGrp="1"/>
          </p:cNvSpPr>
          <p:nvPr>
            <p:ph type="body" sz="quarter" idx="30" hasCustomPrompt="1"/>
          </p:nvPr>
        </p:nvSpPr>
        <p:spPr>
          <a:xfrm>
            <a:off x="765047" y="2150596"/>
            <a:ext cx="10217084" cy="1278404"/>
          </a:xfrm>
          <a:prstGeom prst="rect">
            <a:avLst/>
          </a:prstGeom>
        </p:spPr>
        <p:txBody>
          <a:bodyPr anchor="t"/>
          <a:lstStyle>
            <a:lvl1pPr marL="0" indent="0" algn="l">
              <a:buNone/>
              <a:defRPr sz="14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10" name="Elipse 9">
            <a:extLst>
              <a:ext uri="{FF2B5EF4-FFF2-40B4-BE49-F238E27FC236}">
                <a16:creationId xmlns:a16="http://schemas.microsoft.com/office/drawing/2014/main" id="{52698708-F3C1-6F9D-EDD4-5E59DDE797BB}"/>
              </a:ext>
            </a:extLst>
          </p:cNvPr>
          <p:cNvSpPr/>
          <p:nvPr userDrawn="1"/>
        </p:nvSpPr>
        <p:spPr>
          <a:xfrm>
            <a:off x="1210011" y="3721063"/>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1</a:t>
            </a:r>
          </a:p>
        </p:txBody>
      </p:sp>
      <p:sp>
        <p:nvSpPr>
          <p:cNvPr id="11" name="Marcador de texto 82">
            <a:extLst>
              <a:ext uri="{FF2B5EF4-FFF2-40B4-BE49-F238E27FC236}">
                <a16:creationId xmlns:a16="http://schemas.microsoft.com/office/drawing/2014/main" id="{C1CF68BA-AAEE-C8C5-0B67-ED4851E4033D}"/>
              </a:ext>
            </a:extLst>
          </p:cNvPr>
          <p:cNvSpPr>
            <a:spLocks noGrp="1"/>
          </p:cNvSpPr>
          <p:nvPr>
            <p:ph type="body" sz="quarter" idx="34" hasCustomPrompt="1"/>
          </p:nvPr>
        </p:nvSpPr>
        <p:spPr>
          <a:xfrm>
            <a:off x="765047"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2" name="Marcador de texto 82">
            <a:extLst>
              <a:ext uri="{FF2B5EF4-FFF2-40B4-BE49-F238E27FC236}">
                <a16:creationId xmlns:a16="http://schemas.microsoft.com/office/drawing/2014/main" id="{AAA057BD-8F87-598A-9A10-2519D691A3E4}"/>
              </a:ext>
            </a:extLst>
          </p:cNvPr>
          <p:cNvSpPr>
            <a:spLocks noGrp="1"/>
          </p:cNvSpPr>
          <p:nvPr>
            <p:ph type="body" sz="quarter" idx="41" hasCustomPrompt="1"/>
          </p:nvPr>
        </p:nvSpPr>
        <p:spPr>
          <a:xfrm>
            <a:off x="765047"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3" name="Elipse 12">
            <a:extLst>
              <a:ext uri="{FF2B5EF4-FFF2-40B4-BE49-F238E27FC236}">
                <a16:creationId xmlns:a16="http://schemas.microsoft.com/office/drawing/2014/main" id="{5B5FDD0E-034A-79DE-34FF-41A0B90C5100}"/>
              </a:ext>
            </a:extLst>
          </p:cNvPr>
          <p:cNvSpPr/>
          <p:nvPr userDrawn="1"/>
        </p:nvSpPr>
        <p:spPr>
          <a:xfrm>
            <a:off x="3293911"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2</a:t>
            </a:r>
          </a:p>
        </p:txBody>
      </p:sp>
      <p:sp>
        <p:nvSpPr>
          <p:cNvPr id="14" name="Marcador de texto 82">
            <a:extLst>
              <a:ext uri="{FF2B5EF4-FFF2-40B4-BE49-F238E27FC236}">
                <a16:creationId xmlns:a16="http://schemas.microsoft.com/office/drawing/2014/main" id="{9FAE3F7A-4921-91F0-913A-FE5A03988D49}"/>
              </a:ext>
            </a:extLst>
          </p:cNvPr>
          <p:cNvSpPr>
            <a:spLocks noGrp="1"/>
          </p:cNvSpPr>
          <p:nvPr>
            <p:ph type="body" sz="quarter" idx="42" hasCustomPrompt="1"/>
          </p:nvPr>
        </p:nvSpPr>
        <p:spPr>
          <a:xfrm>
            <a:off x="2855169" y="4793593"/>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5" name="Marcador de texto 82">
            <a:extLst>
              <a:ext uri="{FF2B5EF4-FFF2-40B4-BE49-F238E27FC236}">
                <a16:creationId xmlns:a16="http://schemas.microsoft.com/office/drawing/2014/main" id="{DA9BA10A-B0AD-1276-BDFB-0FEE6CE7A053}"/>
              </a:ext>
            </a:extLst>
          </p:cNvPr>
          <p:cNvSpPr>
            <a:spLocks noGrp="1"/>
          </p:cNvSpPr>
          <p:nvPr>
            <p:ph type="body" sz="quarter" idx="43" hasCustomPrompt="1"/>
          </p:nvPr>
        </p:nvSpPr>
        <p:spPr>
          <a:xfrm>
            <a:off x="2855169" y="5264355"/>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6" name="Elipse 15">
            <a:extLst>
              <a:ext uri="{FF2B5EF4-FFF2-40B4-BE49-F238E27FC236}">
                <a16:creationId xmlns:a16="http://schemas.microsoft.com/office/drawing/2014/main" id="{5C32ECD4-B1DD-FF3C-AB12-5C761646B636}"/>
              </a:ext>
            </a:extLst>
          </p:cNvPr>
          <p:cNvSpPr/>
          <p:nvPr userDrawn="1"/>
        </p:nvSpPr>
        <p:spPr>
          <a:xfrm>
            <a:off x="5384033"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3</a:t>
            </a:r>
          </a:p>
        </p:txBody>
      </p:sp>
      <p:sp>
        <p:nvSpPr>
          <p:cNvPr id="17" name="Marcador de texto 82">
            <a:extLst>
              <a:ext uri="{FF2B5EF4-FFF2-40B4-BE49-F238E27FC236}">
                <a16:creationId xmlns:a16="http://schemas.microsoft.com/office/drawing/2014/main" id="{59C79C3A-C320-1588-6F65-9E514A6E4F93}"/>
              </a:ext>
            </a:extLst>
          </p:cNvPr>
          <p:cNvSpPr>
            <a:spLocks noGrp="1"/>
          </p:cNvSpPr>
          <p:nvPr>
            <p:ph type="body" sz="quarter" idx="44" hasCustomPrompt="1"/>
          </p:nvPr>
        </p:nvSpPr>
        <p:spPr>
          <a:xfrm>
            <a:off x="4945291"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8" name="Marcador de texto 82">
            <a:extLst>
              <a:ext uri="{FF2B5EF4-FFF2-40B4-BE49-F238E27FC236}">
                <a16:creationId xmlns:a16="http://schemas.microsoft.com/office/drawing/2014/main" id="{50B95FB3-8619-CFC9-CC7E-47A988AC73B6}"/>
              </a:ext>
            </a:extLst>
          </p:cNvPr>
          <p:cNvSpPr>
            <a:spLocks noGrp="1"/>
          </p:cNvSpPr>
          <p:nvPr>
            <p:ph type="body" sz="quarter" idx="45" hasCustomPrompt="1"/>
          </p:nvPr>
        </p:nvSpPr>
        <p:spPr>
          <a:xfrm>
            <a:off x="4945291"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9" name="Elipse 18">
            <a:extLst>
              <a:ext uri="{FF2B5EF4-FFF2-40B4-BE49-F238E27FC236}">
                <a16:creationId xmlns:a16="http://schemas.microsoft.com/office/drawing/2014/main" id="{733E4614-9E67-333B-6C28-5C0F63220FED}"/>
              </a:ext>
            </a:extLst>
          </p:cNvPr>
          <p:cNvSpPr/>
          <p:nvPr userDrawn="1"/>
        </p:nvSpPr>
        <p:spPr>
          <a:xfrm>
            <a:off x="7478789"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4</a:t>
            </a:r>
          </a:p>
        </p:txBody>
      </p:sp>
      <p:sp>
        <p:nvSpPr>
          <p:cNvPr id="20" name="Marcador de texto 82">
            <a:extLst>
              <a:ext uri="{FF2B5EF4-FFF2-40B4-BE49-F238E27FC236}">
                <a16:creationId xmlns:a16="http://schemas.microsoft.com/office/drawing/2014/main" id="{72C651FC-2923-B3B3-0E6A-B324605828FF}"/>
              </a:ext>
            </a:extLst>
          </p:cNvPr>
          <p:cNvSpPr>
            <a:spLocks noGrp="1"/>
          </p:cNvSpPr>
          <p:nvPr>
            <p:ph type="body" sz="quarter" idx="46" hasCustomPrompt="1"/>
          </p:nvPr>
        </p:nvSpPr>
        <p:spPr>
          <a:xfrm>
            <a:off x="7035413" y="4794537"/>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1" name="Marcador de texto 82">
            <a:extLst>
              <a:ext uri="{FF2B5EF4-FFF2-40B4-BE49-F238E27FC236}">
                <a16:creationId xmlns:a16="http://schemas.microsoft.com/office/drawing/2014/main" id="{EB115245-735E-80C0-ECB0-7E17E6E4F6ED}"/>
              </a:ext>
            </a:extLst>
          </p:cNvPr>
          <p:cNvSpPr>
            <a:spLocks noGrp="1"/>
          </p:cNvSpPr>
          <p:nvPr>
            <p:ph type="body" sz="quarter" idx="47" hasCustomPrompt="1"/>
          </p:nvPr>
        </p:nvSpPr>
        <p:spPr>
          <a:xfrm>
            <a:off x="7035413" y="5265299"/>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2" name="Elipse 21">
            <a:extLst>
              <a:ext uri="{FF2B5EF4-FFF2-40B4-BE49-F238E27FC236}">
                <a16:creationId xmlns:a16="http://schemas.microsoft.com/office/drawing/2014/main" id="{31F4D468-74B7-BC33-A3F7-7D1CD9C3B369}"/>
              </a:ext>
            </a:extLst>
          </p:cNvPr>
          <p:cNvSpPr/>
          <p:nvPr userDrawn="1"/>
        </p:nvSpPr>
        <p:spPr>
          <a:xfrm>
            <a:off x="9564277"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5</a:t>
            </a:r>
          </a:p>
        </p:txBody>
      </p:sp>
      <p:sp>
        <p:nvSpPr>
          <p:cNvPr id="23" name="Marcador de texto 82">
            <a:extLst>
              <a:ext uri="{FF2B5EF4-FFF2-40B4-BE49-F238E27FC236}">
                <a16:creationId xmlns:a16="http://schemas.microsoft.com/office/drawing/2014/main" id="{5F3B0867-6702-181F-ACCC-C405754F9F55}"/>
              </a:ext>
            </a:extLst>
          </p:cNvPr>
          <p:cNvSpPr>
            <a:spLocks noGrp="1"/>
          </p:cNvSpPr>
          <p:nvPr>
            <p:ph type="body" sz="quarter" idx="48" hasCustomPrompt="1"/>
          </p:nvPr>
        </p:nvSpPr>
        <p:spPr>
          <a:xfrm>
            <a:off x="9125535"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4" name="Marcador de texto 82">
            <a:extLst>
              <a:ext uri="{FF2B5EF4-FFF2-40B4-BE49-F238E27FC236}">
                <a16:creationId xmlns:a16="http://schemas.microsoft.com/office/drawing/2014/main" id="{05190DE8-56E3-F7DE-46AE-4E6E498E2B50}"/>
              </a:ext>
            </a:extLst>
          </p:cNvPr>
          <p:cNvSpPr>
            <a:spLocks noGrp="1"/>
          </p:cNvSpPr>
          <p:nvPr>
            <p:ph type="body" sz="quarter" idx="49" hasCustomPrompt="1"/>
          </p:nvPr>
        </p:nvSpPr>
        <p:spPr>
          <a:xfrm>
            <a:off x="9125535"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pic>
        <p:nvPicPr>
          <p:cNvPr id="3" name="Gráfico 2">
            <a:extLst>
              <a:ext uri="{FF2B5EF4-FFF2-40B4-BE49-F238E27FC236}">
                <a16:creationId xmlns:a16="http://schemas.microsoft.com/office/drawing/2014/main" id="{64C90162-F35D-F46A-614B-14294788AF6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20650" y="-120650"/>
            <a:ext cx="1638300" cy="1879600"/>
          </a:xfrm>
          <a:prstGeom prst="rect">
            <a:avLst/>
          </a:prstGeom>
        </p:spPr>
      </p:pic>
      <p:pic>
        <p:nvPicPr>
          <p:cNvPr id="6" name="Gráfico 5">
            <a:extLst>
              <a:ext uri="{FF2B5EF4-FFF2-40B4-BE49-F238E27FC236}">
                <a16:creationId xmlns:a16="http://schemas.microsoft.com/office/drawing/2014/main" id="{52703ACF-DDCE-0501-0448-AA1564AABDA8}"/>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4183" y="483919"/>
            <a:ext cx="1831848" cy="682676"/>
          </a:xfrm>
          <a:prstGeom prst="rect">
            <a:avLst/>
          </a:prstGeom>
        </p:spPr>
      </p:pic>
    </p:spTree>
    <p:extLst>
      <p:ext uri="{BB962C8B-B14F-4D97-AF65-F5344CB8AC3E}">
        <p14:creationId xmlns:p14="http://schemas.microsoft.com/office/powerpoint/2010/main" val="27873213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Technology">
    <p:bg>
      <p:bgPr>
        <a:solidFill>
          <a:schemeClr val="accent1"/>
        </a:solid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8B2DCBA-8920-8135-E475-46F05F79834B}"/>
              </a:ext>
            </a:extLst>
          </p:cNvPr>
          <p:cNvSpPr>
            <a:spLocks noGrp="1"/>
          </p:cNvSpPr>
          <p:nvPr>
            <p:ph type="title" hasCustomPrompt="1"/>
          </p:nvPr>
        </p:nvSpPr>
        <p:spPr>
          <a:xfrm>
            <a:off x="765048" y="690792"/>
            <a:ext cx="7117080" cy="1020418"/>
          </a:xfrm>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9" name="Marcador de texto 21">
            <a:extLst>
              <a:ext uri="{FF2B5EF4-FFF2-40B4-BE49-F238E27FC236}">
                <a16:creationId xmlns:a16="http://schemas.microsoft.com/office/drawing/2014/main" id="{9381F8B8-D7C6-D059-E762-10CE3F2C419B}"/>
              </a:ext>
            </a:extLst>
          </p:cNvPr>
          <p:cNvSpPr>
            <a:spLocks noGrp="1"/>
          </p:cNvSpPr>
          <p:nvPr>
            <p:ph type="body" sz="quarter" idx="30" hasCustomPrompt="1"/>
          </p:nvPr>
        </p:nvSpPr>
        <p:spPr>
          <a:xfrm>
            <a:off x="765047" y="2150596"/>
            <a:ext cx="10217084" cy="1278404"/>
          </a:xfrm>
          <a:prstGeom prst="rect">
            <a:avLst/>
          </a:prstGeom>
        </p:spPr>
        <p:txBody>
          <a:bodyPr anchor="t"/>
          <a:lstStyle>
            <a:lvl1pPr marL="0" indent="0" algn="l">
              <a:buNone/>
              <a:defRPr sz="14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MX"/>
              <a:t>Click to add text</a:t>
            </a:r>
            <a:endParaRPr lang="es-UY"/>
          </a:p>
        </p:txBody>
      </p:sp>
      <p:sp>
        <p:nvSpPr>
          <p:cNvPr id="10" name="Elipse 9">
            <a:extLst>
              <a:ext uri="{FF2B5EF4-FFF2-40B4-BE49-F238E27FC236}">
                <a16:creationId xmlns:a16="http://schemas.microsoft.com/office/drawing/2014/main" id="{52698708-F3C1-6F9D-EDD4-5E59DDE797BB}"/>
              </a:ext>
            </a:extLst>
          </p:cNvPr>
          <p:cNvSpPr/>
          <p:nvPr userDrawn="1"/>
        </p:nvSpPr>
        <p:spPr>
          <a:xfrm>
            <a:off x="1210011" y="3721063"/>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1</a:t>
            </a:r>
          </a:p>
        </p:txBody>
      </p:sp>
      <p:sp>
        <p:nvSpPr>
          <p:cNvPr id="11" name="Marcador de texto 82">
            <a:extLst>
              <a:ext uri="{FF2B5EF4-FFF2-40B4-BE49-F238E27FC236}">
                <a16:creationId xmlns:a16="http://schemas.microsoft.com/office/drawing/2014/main" id="{C1CF68BA-AAEE-C8C5-0B67-ED4851E4033D}"/>
              </a:ext>
            </a:extLst>
          </p:cNvPr>
          <p:cNvSpPr>
            <a:spLocks noGrp="1"/>
          </p:cNvSpPr>
          <p:nvPr>
            <p:ph type="body" sz="quarter" idx="34" hasCustomPrompt="1"/>
          </p:nvPr>
        </p:nvSpPr>
        <p:spPr>
          <a:xfrm>
            <a:off x="765047"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2" name="Marcador de texto 82">
            <a:extLst>
              <a:ext uri="{FF2B5EF4-FFF2-40B4-BE49-F238E27FC236}">
                <a16:creationId xmlns:a16="http://schemas.microsoft.com/office/drawing/2014/main" id="{AAA057BD-8F87-598A-9A10-2519D691A3E4}"/>
              </a:ext>
            </a:extLst>
          </p:cNvPr>
          <p:cNvSpPr>
            <a:spLocks noGrp="1"/>
          </p:cNvSpPr>
          <p:nvPr>
            <p:ph type="body" sz="quarter" idx="41" hasCustomPrompt="1"/>
          </p:nvPr>
        </p:nvSpPr>
        <p:spPr>
          <a:xfrm>
            <a:off x="765047"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3" name="Elipse 12">
            <a:extLst>
              <a:ext uri="{FF2B5EF4-FFF2-40B4-BE49-F238E27FC236}">
                <a16:creationId xmlns:a16="http://schemas.microsoft.com/office/drawing/2014/main" id="{5B5FDD0E-034A-79DE-34FF-41A0B90C5100}"/>
              </a:ext>
            </a:extLst>
          </p:cNvPr>
          <p:cNvSpPr/>
          <p:nvPr userDrawn="1"/>
        </p:nvSpPr>
        <p:spPr>
          <a:xfrm>
            <a:off x="3293911"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2</a:t>
            </a:r>
          </a:p>
        </p:txBody>
      </p:sp>
      <p:sp>
        <p:nvSpPr>
          <p:cNvPr id="14" name="Marcador de texto 82">
            <a:extLst>
              <a:ext uri="{FF2B5EF4-FFF2-40B4-BE49-F238E27FC236}">
                <a16:creationId xmlns:a16="http://schemas.microsoft.com/office/drawing/2014/main" id="{9FAE3F7A-4921-91F0-913A-FE5A03988D49}"/>
              </a:ext>
            </a:extLst>
          </p:cNvPr>
          <p:cNvSpPr>
            <a:spLocks noGrp="1"/>
          </p:cNvSpPr>
          <p:nvPr>
            <p:ph type="body" sz="quarter" idx="42" hasCustomPrompt="1"/>
          </p:nvPr>
        </p:nvSpPr>
        <p:spPr>
          <a:xfrm>
            <a:off x="2855169" y="4793593"/>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5" name="Marcador de texto 82">
            <a:extLst>
              <a:ext uri="{FF2B5EF4-FFF2-40B4-BE49-F238E27FC236}">
                <a16:creationId xmlns:a16="http://schemas.microsoft.com/office/drawing/2014/main" id="{DA9BA10A-B0AD-1276-BDFB-0FEE6CE7A053}"/>
              </a:ext>
            </a:extLst>
          </p:cNvPr>
          <p:cNvSpPr>
            <a:spLocks noGrp="1"/>
          </p:cNvSpPr>
          <p:nvPr>
            <p:ph type="body" sz="quarter" idx="43" hasCustomPrompt="1"/>
          </p:nvPr>
        </p:nvSpPr>
        <p:spPr>
          <a:xfrm>
            <a:off x="2855169" y="5264355"/>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6" name="Elipse 15">
            <a:extLst>
              <a:ext uri="{FF2B5EF4-FFF2-40B4-BE49-F238E27FC236}">
                <a16:creationId xmlns:a16="http://schemas.microsoft.com/office/drawing/2014/main" id="{5C32ECD4-B1DD-FF3C-AB12-5C761646B636}"/>
              </a:ext>
            </a:extLst>
          </p:cNvPr>
          <p:cNvSpPr/>
          <p:nvPr userDrawn="1"/>
        </p:nvSpPr>
        <p:spPr>
          <a:xfrm>
            <a:off x="5384033"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3</a:t>
            </a:r>
          </a:p>
        </p:txBody>
      </p:sp>
      <p:sp>
        <p:nvSpPr>
          <p:cNvPr id="17" name="Marcador de texto 82">
            <a:extLst>
              <a:ext uri="{FF2B5EF4-FFF2-40B4-BE49-F238E27FC236}">
                <a16:creationId xmlns:a16="http://schemas.microsoft.com/office/drawing/2014/main" id="{59C79C3A-C320-1588-6F65-9E514A6E4F93}"/>
              </a:ext>
            </a:extLst>
          </p:cNvPr>
          <p:cNvSpPr>
            <a:spLocks noGrp="1"/>
          </p:cNvSpPr>
          <p:nvPr>
            <p:ph type="body" sz="quarter" idx="44" hasCustomPrompt="1"/>
          </p:nvPr>
        </p:nvSpPr>
        <p:spPr>
          <a:xfrm>
            <a:off x="4945291"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8" name="Marcador de texto 82">
            <a:extLst>
              <a:ext uri="{FF2B5EF4-FFF2-40B4-BE49-F238E27FC236}">
                <a16:creationId xmlns:a16="http://schemas.microsoft.com/office/drawing/2014/main" id="{50B95FB3-8619-CFC9-CC7E-47A988AC73B6}"/>
              </a:ext>
            </a:extLst>
          </p:cNvPr>
          <p:cNvSpPr>
            <a:spLocks noGrp="1"/>
          </p:cNvSpPr>
          <p:nvPr>
            <p:ph type="body" sz="quarter" idx="45" hasCustomPrompt="1"/>
          </p:nvPr>
        </p:nvSpPr>
        <p:spPr>
          <a:xfrm>
            <a:off x="4945291"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19" name="Elipse 18">
            <a:extLst>
              <a:ext uri="{FF2B5EF4-FFF2-40B4-BE49-F238E27FC236}">
                <a16:creationId xmlns:a16="http://schemas.microsoft.com/office/drawing/2014/main" id="{733E4614-9E67-333B-6C28-5C0F63220FED}"/>
              </a:ext>
            </a:extLst>
          </p:cNvPr>
          <p:cNvSpPr/>
          <p:nvPr userDrawn="1"/>
        </p:nvSpPr>
        <p:spPr>
          <a:xfrm>
            <a:off x="7478789"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4</a:t>
            </a:r>
          </a:p>
        </p:txBody>
      </p:sp>
      <p:sp>
        <p:nvSpPr>
          <p:cNvPr id="20" name="Marcador de texto 82">
            <a:extLst>
              <a:ext uri="{FF2B5EF4-FFF2-40B4-BE49-F238E27FC236}">
                <a16:creationId xmlns:a16="http://schemas.microsoft.com/office/drawing/2014/main" id="{72C651FC-2923-B3B3-0E6A-B324605828FF}"/>
              </a:ext>
            </a:extLst>
          </p:cNvPr>
          <p:cNvSpPr>
            <a:spLocks noGrp="1"/>
          </p:cNvSpPr>
          <p:nvPr>
            <p:ph type="body" sz="quarter" idx="46" hasCustomPrompt="1"/>
          </p:nvPr>
        </p:nvSpPr>
        <p:spPr>
          <a:xfrm>
            <a:off x="7035413" y="4794537"/>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1" name="Marcador de texto 82">
            <a:extLst>
              <a:ext uri="{FF2B5EF4-FFF2-40B4-BE49-F238E27FC236}">
                <a16:creationId xmlns:a16="http://schemas.microsoft.com/office/drawing/2014/main" id="{EB115245-735E-80C0-ECB0-7E17E6E4F6ED}"/>
              </a:ext>
            </a:extLst>
          </p:cNvPr>
          <p:cNvSpPr>
            <a:spLocks noGrp="1"/>
          </p:cNvSpPr>
          <p:nvPr>
            <p:ph type="body" sz="quarter" idx="47" hasCustomPrompt="1"/>
          </p:nvPr>
        </p:nvSpPr>
        <p:spPr>
          <a:xfrm>
            <a:off x="7035413" y="5265299"/>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2" name="Elipse 21">
            <a:extLst>
              <a:ext uri="{FF2B5EF4-FFF2-40B4-BE49-F238E27FC236}">
                <a16:creationId xmlns:a16="http://schemas.microsoft.com/office/drawing/2014/main" id="{31F4D468-74B7-BC33-A3F7-7D1CD9C3B369}"/>
              </a:ext>
            </a:extLst>
          </p:cNvPr>
          <p:cNvSpPr/>
          <p:nvPr userDrawn="1"/>
        </p:nvSpPr>
        <p:spPr>
          <a:xfrm>
            <a:off x="9564277" y="3721062"/>
            <a:ext cx="854959" cy="854959"/>
          </a:xfrm>
          <a:prstGeom prst="ellipse">
            <a:avLst/>
          </a:prstGeom>
          <a:blipFill dpi="0" rotWithShape="1">
            <a:blip r:embed="rId2"/>
            <a:srcRect/>
            <a:tile tx="0" ty="254000" sx="70000" sy="70000" flip="none" algn="ctr"/>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a:latin typeface="Rubik" pitchFamily="2" charset="-79"/>
                <a:cs typeface="Rubik" pitchFamily="2" charset="-79"/>
              </a:rPr>
              <a:t>5</a:t>
            </a:r>
          </a:p>
        </p:txBody>
      </p:sp>
      <p:sp>
        <p:nvSpPr>
          <p:cNvPr id="23" name="Marcador de texto 82">
            <a:extLst>
              <a:ext uri="{FF2B5EF4-FFF2-40B4-BE49-F238E27FC236}">
                <a16:creationId xmlns:a16="http://schemas.microsoft.com/office/drawing/2014/main" id="{5F3B0867-6702-181F-ACCC-C405754F9F55}"/>
              </a:ext>
            </a:extLst>
          </p:cNvPr>
          <p:cNvSpPr>
            <a:spLocks noGrp="1"/>
          </p:cNvSpPr>
          <p:nvPr>
            <p:ph type="body" sz="quarter" idx="48" hasCustomPrompt="1"/>
          </p:nvPr>
        </p:nvSpPr>
        <p:spPr>
          <a:xfrm>
            <a:off x="9125535" y="4792648"/>
            <a:ext cx="1732445" cy="301978"/>
          </a:xfrm>
          <a:prstGeom prst="rect">
            <a:avLst/>
          </a:prstGeom>
        </p:spPr>
        <p:txBody>
          <a:bodyPr anchor="ctr"/>
          <a:lstStyle>
            <a:lvl1pPr marL="0" indent="0" algn="ctr">
              <a:buNone/>
              <a:defRPr sz="1600" b="1">
                <a:solidFill>
                  <a:schemeClr val="accent3"/>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sp>
        <p:nvSpPr>
          <p:cNvPr id="24" name="Marcador de texto 82">
            <a:extLst>
              <a:ext uri="{FF2B5EF4-FFF2-40B4-BE49-F238E27FC236}">
                <a16:creationId xmlns:a16="http://schemas.microsoft.com/office/drawing/2014/main" id="{05190DE8-56E3-F7DE-46AE-4E6E498E2B50}"/>
              </a:ext>
            </a:extLst>
          </p:cNvPr>
          <p:cNvSpPr>
            <a:spLocks noGrp="1"/>
          </p:cNvSpPr>
          <p:nvPr>
            <p:ph type="body" sz="quarter" idx="49" hasCustomPrompt="1"/>
          </p:nvPr>
        </p:nvSpPr>
        <p:spPr>
          <a:xfrm>
            <a:off x="9125535" y="5263410"/>
            <a:ext cx="1732445" cy="1003965"/>
          </a:xfrm>
          <a:prstGeom prst="rect">
            <a:avLst/>
          </a:prstGeom>
        </p:spPr>
        <p:txBody>
          <a:bodyPr anchor="t"/>
          <a:lstStyle>
            <a:lvl1pPr marL="0" indent="0" algn="ctr">
              <a:buNone/>
              <a:defRPr sz="1200" b="0">
                <a:solidFill>
                  <a:schemeClr val="bg1"/>
                </a:solidFill>
                <a:latin typeface="Rubik" pitchFamily="2" charset="-79"/>
                <a:cs typeface="Rubik" pitchFamily="2" charset="-79"/>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Click to add text</a:t>
            </a:r>
            <a:endParaRPr lang="es-UY"/>
          </a:p>
        </p:txBody>
      </p:sp>
      <p:pic>
        <p:nvPicPr>
          <p:cNvPr id="2" name="Gráfico 1">
            <a:extLst>
              <a:ext uri="{FF2B5EF4-FFF2-40B4-BE49-F238E27FC236}">
                <a16:creationId xmlns:a16="http://schemas.microsoft.com/office/drawing/2014/main" id="{690F9472-E0CF-1FED-A856-71013ECEC32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20650" y="-114543"/>
            <a:ext cx="1638300" cy="1879600"/>
          </a:xfrm>
          <a:prstGeom prst="rect">
            <a:avLst/>
          </a:prstGeom>
        </p:spPr>
      </p:pic>
      <p:pic>
        <p:nvPicPr>
          <p:cNvPr id="5" name="Gráfico 4">
            <a:extLst>
              <a:ext uri="{FF2B5EF4-FFF2-40B4-BE49-F238E27FC236}">
                <a16:creationId xmlns:a16="http://schemas.microsoft.com/office/drawing/2014/main" id="{D9F0B382-75F6-A256-8DDA-3070CEB928B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54183" y="483920"/>
            <a:ext cx="1831848" cy="682676"/>
          </a:xfrm>
          <a:prstGeom prst="rect">
            <a:avLst/>
          </a:prstGeom>
        </p:spPr>
      </p:pic>
    </p:spTree>
    <p:extLst>
      <p:ext uri="{BB962C8B-B14F-4D97-AF65-F5344CB8AC3E}">
        <p14:creationId xmlns:p14="http://schemas.microsoft.com/office/powerpoint/2010/main" val="37077133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Blue">
    <p:bg>
      <p:bgPr>
        <a:solidFill>
          <a:schemeClr val="tx2"/>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0FBBFA05-BEC7-A10D-5DEF-291DF8A54C2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251" b="62035"/>
          <a:stretch/>
        </p:blipFill>
        <p:spPr>
          <a:xfrm>
            <a:off x="1" y="0"/>
            <a:ext cx="12192000" cy="4125434"/>
          </a:xfrm>
          <a:prstGeom prst="rect">
            <a:avLst/>
          </a:prstGeom>
        </p:spPr>
      </p:pic>
      <p:sp>
        <p:nvSpPr>
          <p:cNvPr id="3" name="Marcador de título 1">
            <a:extLst>
              <a:ext uri="{FF2B5EF4-FFF2-40B4-BE49-F238E27FC236}">
                <a16:creationId xmlns:a16="http://schemas.microsoft.com/office/drawing/2014/main" id="{3EC5EDE3-8B66-4225-1743-22F885DD95E0}"/>
              </a:ext>
            </a:extLst>
          </p:cNvPr>
          <p:cNvSpPr txBox="1">
            <a:spLocks/>
          </p:cNvSpPr>
          <p:nvPr userDrawn="1"/>
        </p:nvSpPr>
        <p:spPr>
          <a:xfrm>
            <a:off x="838200" y="4774633"/>
            <a:ext cx="7706492"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Rubik" pitchFamily="2" charset="-79"/>
                <a:ea typeface="+mj-ea"/>
                <a:cs typeface="Rubik" pitchFamily="2" charset="-79"/>
              </a:defRPr>
            </a:lvl1pPr>
          </a:lstStyle>
          <a:p>
            <a:r>
              <a:rPr lang="es-ES"/>
              <a:t>Thank You!</a:t>
            </a:r>
          </a:p>
        </p:txBody>
      </p:sp>
      <p:pic>
        <p:nvPicPr>
          <p:cNvPr id="6" name="Imagen 5">
            <a:extLst>
              <a:ext uri="{FF2B5EF4-FFF2-40B4-BE49-F238E27FC236}">
                <a16:creationId xmlns:a16="http://schemas.microsoft.com/office/drawing/2014/main" id="{EC41C615-395B-EF4A-0AA6-07138DF84C9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64074" y="5946612"/>
            <a:ext cx="1827366" cy="467466"/>
          </a:xfrm>
          <a:prstGeom prst="rect">
            <a:avLst/>
          </a:prstGeom>
        </p:spPr>
      </p:pic>
    </p:spTree>
    <p:extLst>
      <p:ext uri="{BB962C8B-B14F-4D97-AF65-F5344CB8AC3E}">
        <p14:creationId xmlns:p14="http://schemas.microsoft.com/office/powerpoint/2010/main" val="4457607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D39B8A-9AF5-5CB7-2528-D1AB2F693FA5}"/>
              </a:ext>
            </a:extLst>
          </p:cNvPr>
          <p:cNvSpPr>
            <a:spLocks noGrp="1"/>
          </p:cNvSpPr>
          <p:nvPr>
            <p:ph type="title" hasCustomPrompt="1"/>
          </p:nvPr>
        </p:nvSpPr>
        <p:spPr/>
        <p:txBody>
          <a:bodyPr/>
          <a:lstStyle/>
          <a:p>
            <a:pPr lvl="0"/>
            <a:r>
              <a:rPr lang="es-MX"/>
              <a:t>Click to add text</a:t>
            </a:r>
            <a:endParaRPr lang="es-UY"/>
          </a:p>
        </p:txBody>
      </p:sp>
      <p:sp>
        <p:nvSpPr>
          <p:cNvPr id="35" name="Marcador de texto 21">
            <a:extLst>
              <a:ext uri="{FF2B5EF4-FFF2-40B4-BE49-F238E27FC236}">
                <a16:creationId xmlns:a16="http://schemas.microsoft.com/office/drawing/2014/main" id="{1D8B8812-D63A-E8D5-B6BD-C64D5A4CDC31}"/>
              </a:ext>
            </a:extLst>
          </p:cNvPr>
          <p:cNvSpPr>
            <a:spLocks noGrp="1"/>
          </p:cNvSpPr>
          <p:nvPr>
            <p:ph type="body" sz="quarter" idx="26" hasCustomPrompt="1"/>
          </p:nvPr>
        </p:nvSpPr>
        <p:spPr>
          <a:xfrm>
            <a:off x="765047" y="1733776"/>
            <a:ext cx="7117079" cy="333875"/>
          </a:xfrm>
          <a:prstGeom prst="rect">
            <a:avLst/>
          </a:prstGeom>
        </p:spPr>
        <p:txBody>
          <a:bodyPr/>
          <a:lstStyle>
            <a:lvl1pPr marL="0" indent="0" algn="l">
              <a:buNone/>
              <a:defRPr sz="1600" b="0">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Tree>
    <p:extLst>
      <p:ext uri="{BB962C8B-B14F-4D97-AF65-F5344CB8AC3E}">
        <p14:creationId xmlns:p14="http://schemas.microsoft.com/office/powerpoint/2010/main" val="42871558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avy">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D39B8A-9AF5-5CB7-2528-D1AB2F693FA5}"/>
              </a:ext>
            </a:extLst>
          </p:cNvPr>
          <p:cNvSpPr>
            <a:spLocks noGrp="1"/>
          </p:cNvSpPr>
          <p:nvPr>
            <p:ph type="title" hasCustomPrompt="1"/>
          </p:nvPr>
        </p:nvSpPr>
        <p:spPr/>
        <p:txBody>
          <a:bodyPr/>
          <a:lstStyle>
            <a:lvl1pPr>
              <a:defRPr>
                <a:solidFill>
                  <a:schemeClr val="bg1"/>
                </a:solidFill>
              </a:defRPr>
            </a:lvl1pPr>
          </a:lstStyle>
          <a:p>
            <a:r>
              <a:rPr lang="es-ES" err="1"/>
              <a:t>Click</a:t>
            </a:r>
            <a:r>
              <a:rPr lang="es-ES"/>
              <a:t> </a:t>
            </a:r>
            <a:r>
              <a:rPr lang="es-ES" err="1"/>
              <a:t>to</a:t>
            </a:r>
            <a:r>
              <a:rPr lang="es-ES"/>
              <a:t> </a:t>
            </a:r>
            <a:r>
              <a:rPr lang="es-ES" err="1"/>
              <a:t>add</a:t>
            </a:r>
            <a:r>
              <a:rPr lang="es-ES"/>
              <a:t> </a:t>
            </a:r>
            <a:r>
              <a:rPr lang="es-ES" err="1"/>
              <a:t>title</a:t>
            </a:r>
            <a:endParaRPr lang="es-ES"/>
          </a:p>
        </p:txBody>
      </p:sp>
      <p:pic>
        <p:nvPicPr>
          <p:cNvPr id="3" name="Imagen 2">
            <a:extLst>
              <a:ext uri="{FF2B5EF4-FFF2-40B4-BE49-F238E27FC236}">
                <a16:creationId xmlns:a16="http://schemas.microsoft.com/office/drawing/2014/main" id="{2508BA3D-0989-13AC-E5C5-2C9CBC8A2C4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54184" y="465987"/>
            <a:ext cx="1831848" cy="468613"/>
          </a:xfrm>
          <a:prstGeom prst="rect">
            <a:avLst/>
          </a:prstGeom>
        </p:spPr>
      </p:pic>
      <p:sp>
        <p:nvSpPr>
          <p:cNvPr id="44" name="Marcador de texto 21">
            <a:extLst>
              <a:ext uri="{FF2B5EF4-FFF2-40B4-BE49-F238E27FC236}">
                <a16:creationId xmlns:a16="http://schemas.microsoft.com/office/drawing/2014/main" id="{A3CD3763-3339-EBA8-DC13-9751B7163989}"/>
              </a:ext>
            </a:extLst>
          </p:cNvPr>
          <p:cNvSpPr>
            <a:spLocks noGrp="1"/>
          </p:cNvSpPr>
          <p:nvPr>
            <p:ph type="body" sz="quarter" idx="26" hasCustomPrompt="1"/>
          </p:nvPr>
        </p:nvSpPr>
        <p:spPr>
          <a:xfrm>
            <a:off x="765047" y="1733776"/>
            <a:ext cx="7117079" cy="333875"/>
          </a:xfrm>
          <a:prstGeom prst="rect">
            <a:avLst/>
          </a:prstGeom>
        </p:spPr>
        <p:txBody>
          <a:bodyPr/>
          <a:lstStyle>
            <a:lvl1pPr marL="0" indent="0" algn="l">
              <a:buNone/>
              <a:defRPr sz="16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Tree>
    <p:extLst>
      <p:ext uri="{BB962C8B-B14F-4D97-AF65-F5344CB8AC3E}">
        <p14:creationId xmlns:p14="http://schemas.microsoft.com/office/powerpoint/2010/main" val="39185921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pic>
        <p:nvPicPr>
          <p:cNvPr id="5" name="Gráfico 4">
            <a:extLst>
              <a:ext uri="{FF2B5EF4-FFF2-40B4-BE49-F238E27FC236}">
                <a16:creationId xmlns:a16="http://schemas.microsoft.com/office/drawing/2014/main" id="{56695593-ECC9-43AF-5D1A-14CF88E646B7}"/>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83792" b="38087"/>
          <a:stretch/>
        </p:blipFill>
        <p:spPr>
          <a:xfrm>
            <a:off x="9497290" y="1"/>
            <a:ext cx="2694709" cy="6858000"/>
          </a:xfrm>
          <a:prstGeom prst="rect">
            <a:avLst/>
          </a:prstGeom>
        </p:spPr>
      </p:pic>
      <p:sp>
        <p:nvSpPr>
          <p:cNvPr id="2" name="Título 1">
            <a:extLst>
              <a:ext uri="{FF2B5EF4-FFF2-40B4-BE49-F238E27FC236}">
                <a16:creationId xmlns:a16="http://schemas.microsoft.com/office/drawing/2014/main" id="{B6D39B8A-9AF5-5CB7-2528-D1AB2F693FA5}"/>
              </a:ext>
            </a:extLst>
          </p:cNvPr>
          <p:cNvSpPr>
            <a:spLocks noGrp="1"/>
          </p:cNvSpPr>
          <p:nvPr>
            <p:ph type="title" hasCustomPrompt="1"/>
          </p:nvPr>
        </p:nvSpPr>
        <p:spPr/>
        <p:txBody>
          <a:bodyPr anchor="ctr"/>
          <a:lstStyle/>
          <a:p>
            <a:r>
              <a:rPr lang="es-ES" err="1"/>
              <a:t>Click</a:t>
            </a:r>
            <a:r>
              <a:rPr lang="es-ES"/>
              <a:t> </a:t>
            </a:r>
            <a:r>
              <a:rPr lang="es-ES" err="1"/>
              <a:t>to</a:t>
            </a:r>
            <a:r>
              <a:rPr lang="es-ES"/>
              <a:t> </a:t>
            </a:r>
            <a:r>
              <a:rPr lang="es-ES" err="1"/>
              <a:t>add</a:t>
            </a:r>
            <a:r>
              <a:rPr lang="es-ES"/>
              <a:t> </a:t>
            </a:r>
            <a:r>
              <a:rPr lang="es-ES" err="1"/>
              <a:t>title</a:t>
            </a:r>
            <a:endParaRPr lang="es-ES"/>
          </a:p>
        </p:txBody>
      </p:sp>
      <p:sp>
        <p:nvSpPr>
          <p:cNvPr id="22" name="Marcador de texto 21">
            <a:extLst>
              <a:ext uri="{FF2B5EF4-FFF2-40B4-BE49-F238E27FC236}">
                <a16:creationId xmlns:a16="http://schemas.microsoft.com/office/drawing/2014/main" id="{CBAA4F45-6144-1DCC-A0BF-D4DF0737CAA9}"/>
              </a:ext>
            </a:extLst>
          </p:cNvPr>
          <p:cNvSpPr>
            <a:spLocks noGrp="1"/>
          </p:cNvSpPr>
          <p:nvPr>
            <p:ph type="body" sz="quarter" idx="14" hasCustomPrompt="1"/>
          </p:nvPr>
        </p:nvSpPr>
        <p:spPr>
          <a:xfrm>
            <a:off x="6096001" y="5544635"/>
            <a:ext cx="4693681" cy="330332"/>
          </a:xfrm>
          <a:prstGeom prst="rect">
            <a:avLst/>
          </a:prstGeom>
        </p:spPr>
        <p:txBody>
          <a:bodyPr/>
          <a:lstStyle>
            <a:lvl1pPr marL="0" indent="0" algn="ctr">
              <a:buNone/>
              <a:defRPr sz="1600" b="1">
                <a:solidFill>
                  <a:schemeClr val="tx2"/>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10" name="Marcador de texto 21">
            <a:extLst>
              <a:ext uri="{FF2B5EF4-FFF2-40B4-BE49-F238E27FC236}">
                <a16:creationId xmlns:a16="http://schemas.microsoft.com/office/drawing/2014/main" id="{AB783759-F05E-6E30-B4FE-B7B3E847D9C8}"/>
              </a:ext>
            </a:extLst>
          </p:cNvPr>
          <p:cNvSpPr>
            <a:spLocks noGrp="1"/>
          </p:cNvSpPr>
          <p:nvPr>
            <p:ph type="body" sz="quarter" idx="27" hasCustomPrompt="1"/>
          </p:nvPr>
        </p:nvSpPr>
        <p:spPr>
          <a:xfrm>
            <a:off x="765047" y="1733776"/>
            <a:ext cx="7117079" cy="333875"/>
          </a:xfrm>
          <a:prstGeom prst="rect">
            <a:avLst/>
          </a:prstGeom>
        </p:spPr>
        <p:txBody>
          <a:bodyPr/>
          <a:lstStyle>
            <a:lvl1pPr marL="0" indent="0" algn="l">
              <a:buNone/>
              <a:defRPr sz="1600" b="0">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7" name="Marcador de posición de imagen 3">
            <a:extLst>
              <a:ext uri="{FF2B5EF4-FFF2-40B4-BE49-F238E27FC236}">
                <a16:creationId xmlns:a16="http://schemas.microsoft.com/office/drawing/2014/main" id="{26A93FD4-83C2-71D1-C5AC-07737A89FEE2}"/>
              </a:ext>
            </a:extLst>
          </p:cNvPr>
          <p:cNvSpPr>
            <a:spLocks noGrp="1"/>
          </p:cNvSpPr>
          <p:nvPr>
            <p:ph type="pic" sz="quarter" idx="29"/>
          </p:nvPr>
        </p:nvSpPr>
        <p:spPr>
          <a:xfrm>
            <a:off x="6096000" y="2689115"/>
            <a:ext cx="4693682" cy="2670536"/>
          </a:xfrm>
          <a:custGeom>
            <a:avLst/>
            <a:gdLst>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4765848"/>
              <a:gd name="connsiteY0" fmla="*/ 18107 h 1954857"/>
              <a:gd name="connsiteX1" fmla="*/ 1995488 w 4765848"/>
              <a:gd name="connsiteY1" fmla="*/ 18107 h 1954857"/>
              <a:gd name="connsiteX2" fmla="*/ 4765848 w 4765848"/>
              <a:gd name="connsiteY2" fmla="*/ 0 h 1954857"/>
              <a:gd name="connsiteX3" fmla="*/ 1995488 w 4765848"/>
              <a:gd name="connsiteY3" fmla="*/ 163205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693421 w 4765848"/>
              <a:gd name="connsiteY3" fmla="*/ 1668272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693682"/>
              <a:gd name="connsiteY0" fmla="*/ 9053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322798 w 4693682"/>
              <a:gd name="connsiteY8" fmla="*/ 9053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503868 w 4693682"/>
              <a:gd name="connsiteY8" fmla="*/ 15649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503868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3682" h="1945803">
                <a:moveTo>
                  <a:pt x="549136" y="22245"/>
                </a:moveTo>
                <a:lnTo>
                  <a:pt x="1995488" y="9053"/>
                </a:lnTo>
                <a:lnTo>
                  <a:pt x="4675314" y="0"/>
                </a:lnTo>
                <a:cubicBezTo>
                  <a:pt x="4672296" y="553073"/>
                  <a:pt x="4696439" y="1106145"/>
                  <a:pt x="4693421" y="1659218"/>
                </a:cubicBezTo>
                <a:cubicBezTo>
                  <a:pt x="4693421" y="1837494"/>
                  <a:pt x="4576059" y="1927696"/>
                  <a:pt x="4397783" y="1927696"/>
                </a:cubicBezTo>
                <a:lnTo>
                  <a:pt x="0" y="1945803"/>
                </a:lnTo>
                <a:lnTo>
                  <a:pt x="0" y="1945803"/>
                </a:lnTo>
                <a:lnTo>
                  <a:pt x="0" y="338448"/>
                </a:lnTo>
                <a:cubicBezTo>
                  <a:pt x="0" y="41434"/>
                  <a:pt x="198844" y="15648"/>
                  <a:pt x="549136" y="22245"/>
                </a:cubicBezTo>
                <a:close/>
              </a:path>
            </a:pathLst>
          </a:custGeom>
          <a:solidFill>
            <a:schemeClr val="bg2"/>
          </a:solidFill>
        </p:spPr>
        <p:txBody>
          <a:bodyPr/>
          <a:lstStyle>
            <a:lvl1pPr marL="0" indent="0">
              <a:buNone/>
              <a:defRPr>
                <a:noFill/>
              </a:defRPr>
            </a:lvl1pPr>
          </a:lstStyle>
          <a:p>
            <a:endParaRPr lang="es-ES"/>
          </a:p>
        </p:txBody>
      </p:sp>
      <p:sp>
        <p:nvSpPr>
          <p:cNvPr id="3" name="Marcador de texto 21">
            <a:extLst>
              <a:ext uri="{FF2B5EF4-FFF2-40B4-BE49-F238E27FC236}">
                <a16:creationId xmlns:a16="http://schemas.microsoft.com/office/drawing/2014/main" id="{E50BBE22-26E7-C8B4-5FDA-FAE04808DD2A}"/>
              </a:ext>
            </a:extLst>
          </p:cNvPr>
          <p:cNvSpPr>
            <a:spLocks noGrp="1"/>
          </p:cNvSpPr>
          <p:nvPr>
            <p:ph type="body" sz="quarter" idx="30" hasCustomPrompt="1"/>
          </p:nvPr>
        </p:nvSpPr>
        <p:spPr>
          <a:xfrm>
            <a:off x="765047" y="2689114"/>
            <a:ext cx="4693681" cy="3185853"/>
          </a:xfrm>
          <a:prstGeom prst="rect">
            <a:avLst/>
          </a:prstGeom>
        </p:spPr>
        <p:txBody>
          <a:bodyPr anchor="ctr"/>
          <a:lstStyle>
            <a:lvl1pPr marL="0" indent="0" algn="l">
              <a:buNone/>
              <a:defRPr sz="1400" b="1">
                <a:solidFill>
                  <a:schemeClr val="accent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pic>
        <p:nvPicPr>
          <p:cNvPr id="6" name="Imagen 5">
            <a:extLst>
              <a:ext uri="{FF2B5EF4-FFF2-40B4-BE49-F238E27FC236}">
                <a16:creationId xmlns:a16="http://schemas.microsoft.com/office/drawing/2014/main" id="{E957C9B6-06E2-C88B-A828-3D5C8ACA1F3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Tree>
    <p:extLst>
      <p:ext uri="{BB962C8B-B14F-4D97-AF65-F5344CB8AC3E}">
        <p14:creationId xmlns:p14="http://schemas.microsoft.com/office/powerpoint/2010/main" val="19280831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avy">
    <p:bg>
      <p:bgPr>
        <a:solidFill>
          <a:schemeClr val="accent1"/>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398E4DC3-7AB3-2136-C498-BA930C2C3AA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882" r="75573" b="37758"/>
          <a:stretch/>
        </p:blipFill>
        <p:spPr>
          <a:xfrm>
            <a:off x="9455726" y="0"/>
            <a:ext cx="2736273" cy="6858001"/>
          </a:xfrm>
          <a:prstGeom prst="rect">
            <a:avLst/>
          </a:prstGeom>
        </p:spPr>
      </p:pic>
      <p:pic>
        <p:nvPicPr>
          <p:cNvPr id="3" name="Imagen 2">
            <a:extLst>
              <a:ext uri="{FF2B5EF4-FFF2-40B4-BE49-F238E27FC236}">
                <a16:creationId xmlns:a16="http://schemas.microsoft.com/office/drawing/2014/main" id="{2508BA3D-0989-13AC-E5C5-2C9CBC8A2C4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5987"/>
            <a:ext cx="1831848" cy="468613"/>
          </a:xfrm>
          <a:prstGeom prst="rect">
            <a:avLst/>
          </a:prstGeom>
        </p:spPr>
      </p:pic>
      <p:sp>
        <p:nvSpPr>
          <p:cNvPr id="17" name="Marcador de texto 21">
            <a:extLst>
              <a:ext uri="{FF2B5EF4-FFF2-40B4-BE49-F238E27FC236}">
                <a16:creationId xmlns:a16="http://schemas.microsoft.com/office/drawing/2014/main" id="{758147A0-D804-EAB9-FCE7-5A63881E00A6}"/>
              </a:ext>
            </a:extLst>
          </p:cNvPr>
          <p:cNvSpPr>
            <a:spLocks noGrp="1"/>
          </p:cNvSpPr>
          <p:nvPr>
            <p:ph type="body" sz="quarter" idx="27" hasCustomPrompt="1"/>
          </p:nvPr>
        </p:nvSpPr>
        <p:spPr>
          <a:xfrm>
            <a:off x="765047" y="1733776"/>
            <a:ext cx="7117079" cy="333875"/>
          </a:xfrm>
          <a:prstGeom prst="rect">
            <a:avLst/>
          </a:prstGeom>
        </p:spPr>
        <p:txBody>
          <a:bodyPr/>
          <a:lstStyle>
            <a:lvl1pPr marL="0" indent="0" algn="l">
              <a:buNone/>
              <a:defRPr sz="1600" b="0">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5" name="Marcador de texto 21">
            <a:extLst>
              <a:ext uri="{FF2B5EF4-FFF2-40B4-BE49-F238E27FC236}">
                <a16:creationId xmlns:a16="http://schemas.microsoft.com/office/drawing/2014/main" id="{DA69D14C-E72C-C3A2-C380-B309912A3028}"/>
              </a:ext>
            </a:extLst>
          </p:cNvPr>
          <p:cNvSpPr>
            <a:spLocks noGrp="1"/>
          </p:cNvSpPr>
          <p:nvPr>
            <p:ph type="body" sz="quarter" idx="14" hasCustomPrompt="1"/>
          </p:nvPr>
        </p:nvSpPr>
        <p:spPr>
          <a:xfrm>
            <a:off x="6096001" y="5544635"/>
            <a:ext cx="4693681" cy="330332"/>
          </a:xfrm>
          <a:prstGeom prst="rect">
            <a:avLst/>
          </a:prstGeom>
        </p:spPr>
        <p:txBody>
          <a:bodyPr/>
          <a:lstStyle>
            <a:lvl1pPr marL="0" indent="0" algn="ctr">
              <a:buNone/>
              <a:defRPr sz="1600" b="1">
                <a:solidFill>
                  <a:schemeClr val="accent3"/>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9" name="Marcador de posición de imagen 3">
            <a:extLst>
              <a:ext uri="{FF2B5EF4-FFF2-40B4-BE49-F238E27FC236}">
                <a16:creationId xmlns:a16="http://schemas.microsoft.com/office/drawing/2014/main" id="{4EC1E568-E677-888A-700A-715ACB4AFB9D}"/>
              </a:ext>
            </a:extLst>
          </p:cNvPr>
          <p:cNvSpPr>
            <a:spLocks noGrp="1"/>
          </p:cNvSpPr>
          <p:nvPr>
            <p:ph type="pic" sz="quarter" idx="29"/>
          </p:nvPr>
        </p:nvSpPr>
        <p:spPr>
          <a:xfrm>
            <a:off x="6096000" y="2689115"/>
            <a:ext cx="4693682" cy="2670536"/>
          </a:xfrm>
          <a:custGeom>
            <a:avLst/>
            <a:gdLst>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1995488"/>
              <a:gd name="connsiteY0" fmla="*/ 0 h 1936750"/>
              <a:gd name="connsiteX1" fmla="*/ 1995488 w 1995488"/>
              <a:gd name="connsiteY1" fmla="*/ 0 h 1936750"/>
              <a:gd name="connsiteX2" fmla="*/ 1995488 w 1995488"/>
              <a:gd name="connsiteY2" fmla="*/ 0 h 1936750"/>
              <a:gd name="connsiteX3" fmla="*/ 1995488 w 1995488"/>
              <a:gd name="connsiteY3" fmla="*/ 1613952 h 1936750"/>
              <a:gd name="connsiteX4" fmla="*/ 1672690 w 1995488"/>
              <a:gd name="connsiteY4" fmla="*/ 1936750 h 1936750"/>
              <a:gd name="connsiteX5" fmla="*/ 0 w 1995488"/>
              <a:gd name="connsiteY5" fmla="*/ 1936750 h 1936750"/>
              <a:gd name="connsiteX6" fmla="*/ 0 w 1995488"/>
              <a:gd name="connsiteY6" fmla="*/ 1936750 h 1936750"/>
              <a:gd name="connsiteX7" fmla="*/ 0 w 1995488"/>
              <a:gd name="connsiteY7" fmla="*/ 322798 h 1936750"/>
              <a:gd name="connsiteX8" fmla="*/ 322798 w 1995488"/>
              <a:gd name="connsiteY8" fmla="*/ 0 h 1936750"/>
              <a:gd name="connsiteX0" fmla="*/ 322798 w 4765848"/>
              <a:gd name="connsiteY0" fmla="*/ 18107 h 1954857"/>
              <a:gd name="connsiteX1" fmla="*/ 1995488 w 4765848"/>
              <a:gd name="connsiteY1" fmla="*/ 18107 h 1954857"/>
              <a:gd name="connsiteX2" fmla="*/ 4765848 w 4765848"/>
              <a:gd name="connsiteY2" fmla="*/ 0 h 1954857"/>
              <a:gd name="connsiteX3" fmla="*/ 1995488 w 4765848"/>
              <a:gd name="connsiteY3" fmla="*/ 163205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1672690 w 4765848"/>
              <a:gd name="connsiteY4" fmla="*/ 1954857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756795 w 4765848"/>
              <a:gd name="connsiteY3" fmla="*/ 1659219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765848"/>
              <a:gd name="connsiteY0" fmla="*/ 18107 h 1954857"/>
              <a:gd name="connsiteX1" fmla="*/ 1995488 w 4765848"/>
              <a:gd name="connsiteY1" fmla="*/ 18107 h 1954857"/>
              <a:gd name="connsiteX2" fmla="*/ 4765848 w 4765848"/>
              <a:gd name="connsiteY2" fmla="*/ 0 h 1954857"/>
              <a:gd name="connsiteX3" fmla="*/ 4693421 w 4765848"/>
              <a:gd name="connsiteY3" fmla="*/ 1668272 h 1954857"/>
              <a:gd name="connsiteX4" fmla="*/ 4397783 w 4765848"/>
              <a:gd name="connsiteY4" fmla="*/ 1936750 h 1954857"/>
              <a:gd name="connsiteX5" fmla="*/ 0 w 4765848"/>
              <a:gd name="connsiteY5" fmla="*/ 1954857 h 1954857"/>
              <a:gd name="connsiteX6" fmla="*/ 0 w 4765848"/>
              <a:gd name="connsiteY6" fmla="*/ 1954857 h 1954857"/>
              <a:gd name="connsiteX7" fmla="*/ 0 w 4765848"/>
              <a:gd name="connsiteY7" fmla="*/ 340905 h 1954857"/>
              <a:gd name="connsiteX8" fmla="*/ 322798 w 4765848"/>
              <a:gd name="connsiteY8" fmla="*/ 18107 h 1954857"/>
              <a:gd name="connsiteX0" fmla="*/ 322798 w 4693682"/>
              <a:gd name="connsiteY0" fmla="*/ 9053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322798 w 4693682"/>
              <a:gd name="connsiteY8" fmla="*/ 9053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1851 h 1945803"/>
              <a:gd name="connsiteX8" fmla="*/ 503868 w 4693682"/>
              <a:gd name="connsiteY8" fmla="*/ 15649 h 1945803"/>
              <a:gd name="connsiteX0" fmla="*/ 503868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503868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252692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666831 w 4693682"/>
              <a:gd name="connsiteY0" fmla="*/ 15649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666831 w 4693682"/>
              <a:gd name="connsiteY8" fmla="*/ 15649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91220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 name="connsiteX0" fmla="*/ 549136 w 4693682"/>
              <a:gd name="connsiteY0" fmla="*/ 22245 h 1945803"/>
              <a:gd name="connsiteX1" fmla="*/ 1995488 w 4693682"/>
              <a:gd name="connsiteY1" fmla="*/ 9053 h 1945803"/>
              <a:gd name="connsiteX2" fmla="*/ 4675314 w 4693682"/>
              <a:gd name="connsiteY2" fmla="*/ 0 h 1945803"/>
              <a:gd name="connsiteX3" fmla="*/ 4693421 w 4693682"/>
              <a:gd name="connsiteY3" fmla="*/ 1659218 h 1945803"/>
              <a:gd name="connsiteX4" fmla="*/ 4397783 w 4693682"/>
              <a:gd name="connsiteY4" fmla="*/ 1927696 h 1945803"/>
              <a:gd name="connsiteX5" fmla="*/ 0 w 4693682"/>
              <a:gd name="connsiteY5" fmla="*/ 1945803 h 1945803"/>
              <a:gd name="connsiteX6" fmla="*/ 0 w 4693682"/>
              <a:gd name="connsiteY6" fmla="*/ 1945803 h 1945803"/>
              <a:gd name="connsiteX7" fmla="*/ 0 w 4693682"/>
              <a:gd name="connsiteY7" fmla="*/ 338448 h 1945803"/>
              <a:gd name="connsiteX8" fmla="*/ 549136 w 4693682"/>
              <a:gd name="connsiteY8" fmla="*/ 22245 h 1945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3682" h="1945803">
                <a:moveTo>
                  <a:pt x="549136" y="22245"/>
                </a:moveTo>
                <a:lnTo>
                  <a:pt x="1995488" y="9053"/>
                </a:lnTo>
                <a:lnTo>
                  <a:pt x="4675314" y="0"/>
                </a:lnTo>
                <a:cubicBezTo>
                  <a:pt x="4672296" y="553073"/>
                  <a:pt x="4696439" y="1106145"/>
                  <a:pt x="4693421" y="1659218"/>
                </a:cubicBezTo>
                <a:cubicBezTo>
                  <a:pt x="4693421" y="1837494"/>
                  <a:pt x="4576059" y="1927696"/>
                  <a:pt x="4397783" y="1927696"/>
                </a:cubicBezTo>
                <a:lnTo>
                  <a:pt x="0" y="1945803"/>
                </a:lnTo>
                <a:lnTo>
                  <a:pt x="0" y="1945803"/>
                </a:lnTo>
                <a:lnTo>
                  <a:pt x="0" y="338448"/>
                </a:lnTo>
                <a:cubicBezTo>
                  <a:pt x="0" y="41434"/>
                  <a:pt x="198844" y="15648"/>
                  <a:pt x="549136" y="22245"/>
                </a:cubicBezTo>
                <a:close/>
              </a:path>
            </a:pathLst>
          </a:custGeom>
          <a:solidFill>
            <a:schemeClr val="bg2"/>
          </a:solidFill>
        </p:spPr>
        <p:txBody>
          <a:bodyPr/>
          <a:lstStyle>
            <a:lvl1pPr marL="0" indent="0">
              <a:buNone/>
              <a:defRPr>
                <a:noFill/>
              </a:defRPr>
            </a:lvl1pPr>
          </a:lstStyle>
          <a:p>
            <a:endParaRPr lang="es-ES"/>
          </a:p>
        </p:txBody>
      </p:sp>
      <p:sp>
        <p:nvSpPr>
          <p:cNvPr id="10" name="Marcador de texto 21">
            <a:extLst>
              <a:ext uri="{FF2B5EF4-FFF2-40B4-BE49-F238E27FC236}">
                <a16:creationId xmlns:a16="http://schemas.microsoft.com/office/drawing/2014/main" id="{136AF9BE-C3B1-5580-B986-BBFE982EE97C}"/>
              </a:ext>
            </a:extLst>
          </p:cNvPr>
          <p:cNvSpPr>
            <a:spLocks noGrp="1"/>
          </p:cNvSpPr>
          <p:nvPr>
            <p:ph type="body" sz="quarter" idx="30" hasCustomPrompt="1"/>
          </p:nvPr>
        </p:nvSpPr>
        <p:spPr>
          <a:xfrm>
            <a:off x="765047" y="2689114"/>
            <a:ext cx="4693681" cy="3185853"/>
          </a:xfrm>
          <a:prstGeom prst="rect">
            <a:avLst/>
          </a:prstGeom>
        </p:spPr>
        <p:txBody>
          <a:bodyPr anchor="ctr"/>
          <a:lstStyle>
            <a:lvl1pPr marL="0" indent="0" algn="l">
              <a:buNone/>
              <a:defRPr sz="1400" b="1">
                <a:solidFill>
                  <a:schemeClr val="bg1"/>
                </a:solidFill>
                <a:latin typeface="Rubik" pitchFamily="2" charset="-79"/>
                <a:cs typeface="Rubik" pitchFamily="2" charset="-79"/>
              </a:defRPr>
            </a:lvl1pPr>
            <a:lvl2pPr>
              <a:defRPr sz="1600" b="1">
                <a:solidFill>
                  <a:schemeClr val="tx2"/>
                </a:solidFill>
                <a:latin typeface="Rubik" pitchFamily="2" charset="-79"/>
                <a:cs typeface="Rubik" pitchFamily="2" charset="-79"/>
              </a:defRPr>
            </a:lvl2pPr>
            <a:lvl3pPr>
              <a:defRPr sz="1600" b="1">
                <a:solidFill>
                  <a:schemeClr val="tx2"/>
                </a:solidFill>
                <a:latin typeface="Rubik" pitchFamily="2" charset="-79"/>
                <a:cs typeface="Rubik" pitchFamily="2" charset="-79"/>
              </a:defRPr>
            </a:lvl3pPr>
            <a:lvl4pPr>
              <a:defRPr sz="1600" b="1">
                <a:solidFill>
                  <a:schemeClr val="tx2"/>
                </a:solidFill>
                <a:latin typeface="Rubik" pitchFamily="2" charset="-79"/>
                <a:cs typeface="Rubik" pitchFamily="2" charset="-79"/>
              </a:defRPr>
            </a:lvl4pPr>
            <a:lvl5pPr>
              <a:defRPr sz="1600" b="1">
                <a:solidFill>
                  <a:schemeClr val="tx2"/>
                </a:solidFill>
                <a:latin typeface="Rubik" pitchFamily="2" charset="-79"/>
                <a:cs typeface="Rubik" pitchFamily="2" charset="-79"/>
              </a:defRPr>
            </a:lvl5pPr>
          </a:lstStyle>
          <a:p>
            <a:pPr lvl="0"/>
            <a:r>
              <a:rPr lang="es-ES" err="1"/>
              <a:t>Click</a:t>
            </a:r>
            <a:r>
              <a:rPr lang="es-ES"/>
              <a:t> </a:t>
            </a:r>
            <a:r>
              <a:rPr lang="es-ES" err="1"/>
              <a:t>to</a:t>
            </a:r>
            <a:r>
              <a:rPr lang="es-ES"/>
              <a:t> </a:t>
            </a:r>
            <a:r>
              <a:rPr lang="es-ES" err="1"/>
              <a:t>add</a:t>
            </a:r>
            <a:r>
              <a:rPr lang="es-ES"/>
              <a:t> </a:t>
            </a:r>
            <a:r>
              <a:rPr lang="es-ES" err="1"/>
              <a:t>text</a:t>
            </a:r>
            <a:endParaRPr lang="es-ES"/>
          </a:p>
        </p:txBody>
      </p:sp>
      <p:sp>
        <p:nvSpPr>
          <p:cNvPr id="4" name="Título 1">
            <a:extLst>
              <a:ext uri="{FF2B5EF4-FFF2-40B4-BE49-F238E27FC236}">
                <a16:creationId xmlns:a16="http://schemas.microsoft.com/office/drawing/2014/main" id="{5EA30E6A-718F-0513-5A92-B2BD90DCB509}"/>
              </a:ext>
            </a:extLst>
          </p:cNvPr>
          <p:cNvSpPr>
            <a:spLocks noGrp="1"/>
          </p:cNvSpPr>
          <p:nvPr>
            <p:ph type="title" hasCustomPrompt="1"/>
          </p:nvPr>
        </p:nvSpPr>
        <p:spPr>
          <a:xfrm>
            <a:off x="765048" y="690792"/>
            <a:ext cx="7117080" cy="1020418"/>
          </a:xfrm>
        </p:spPr>
        <p:txBody>
          <a:bodyPr anchor="ctr"/>
          <a:lstStyle>
            <a:lvl1pPr>
              <a:defRPr>
                <a:solidFill>
                  <a:schemeClr val="bg1"/>
                </a:solidFill>
              </a:defRPr>
            </a:lvl1pPr>
          </a:lstStyle>
          <a:p>
            <a:r>
              <a:rPr lang="es-MX"/>
              <a:t>Click to add title</a:t>
            </a:r>
            <a:endParaRPr lang="es-ES"/>
          </a:p>
        </p:txBody>
      </p:sp>
    </p:spTree>
    <p:extLst>
      <p:ext uri="{BB962C8B-B14F-4D97-AF65-F5344CB8AC3E}">
        <p14:creationId xmlns:p14="http://schemas.microsoft.com/office/powerpoint/2010/main" val="23509165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8.sv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7.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image" Target="../media/image9.png"/><Relationship Id="rId5" Type="http://schemas.openxmlformats.org/officeDocument/2006/relationships/slideLayout" Target="../slideLayouts/slideLayout20.xml"/><Relationship Id="rId10" Type="http://schemas.openxmlformats.org/officeDocument/2006/relationships/theme" Target="../theme/theme6.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image" Target="../media/image4.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563A8B-A7A7-FDE7-BC85-6E87E33BA87A}"/>
              </a:ext>
            </a:extLst>
          </p:cNvPr>
          <p:cNvSpPr>
            <a:spLocks noGrp="1"/>
          </p:cNvSpPr>
          <p:nvPr>
            <p:ph type="title"/>
          </p:nvPr>
        </p:nvSpPr>
        <p:spPr>
          <a:xfrm>
            <a:off x="838200" y="3383280"/>
            <a:ext cx="7940040" cy="2827219"/>
          </a:xfrm>
          <a:prstGeom prst="rect">
            <a:avLst/>
          </a:prstGeom>
        </p:spPr>
        <p:txBody>
          <a:bodyPr vert="horz" lIns="91440" tIns="45720" rIns="91440" bIns="45720" rtlCol="0" anchor="ctr">
            <a:noAutofit/>
          </a:bodyPr>
          <a:lstStyle/>
          <a:p>
            <a:r>
              <a:rPr lang="es-MX"/>
              <a:t>Click to add title</a:t>
            </a:r>
            <a:endParaRPr lang="es-UY"/>
          </a:p>
        </p:txBody>
      </p:sp>
      <p:pic>
        <p:nvPicPr>
          <p:cNvPr id="11" name="Imagen 10">
            <a:extLst>
              <a:ext uri="{FF2B5EF4-FFF2-40B4-BE49-F238E27FC236}">
                <a16:creationId xmlns:a16="http://schemas.microsoft.com/office/drawing/2014/main" id="{2FC4DB3D-5552-F9C4-65AF-1DA0C1F4258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38200" y="923187"/>
            <a:ext cx="3617068" cy="925297"/>
          </a:xfrm>
          <a:prstGeom prst="rect">
            <a:avLst/>
          </a:prstGeom>
        </p:spPr>
      </p:pic>
    </p:spTree>
    <p:extLst>
      <p:ext uri="{BB962C8B-B14F-4D97-AF65-F5344CB8AC3E}">
        <p14:creationId xmlns:p14="http://schemas.microsoft.com/office/powerpoint/2010/main" val="630092214"/>
      </p:ext>
    </p:extLst>
  </p:cSld>
  <p:clrMap bg1="lt1" tx1="dk1" bg2="lt2" tx2="dk2" accent1="accent1" accent2="accent2" accent3="accent3" accent4="accent4" accent5="accent5" accent6="accent6" hlink="hlink" folHlink="folHlink"/>
  <p:sldLayoutIdLst>
    <p:sldLayoutId id="2147483677" r:id="rId1"/>
    <p:sldLayoutId id="2147483665" r:id="rId2"/>
    <p:sldLayoutId id="2147483666" r:id="rId3"/>
  </p:sldLayoutIdLst>
  <p:txStyles>
    <p:titleStyle>
      <a:lvl1pPr algn="l" defTabSz="914400" rtl="0" eaLnBrk="1" latinLnBrk="0" hangingPunct="1">
        <a:lnSpc>
          <a:spcPct val="90000"/>
        </a:lnSpc>
        <a:spcBef>
          <a:spcPct val="0"/>
        </a:spcBef>
        <a:buNone/>
        <a:defRPr sz="6000" b="1" kern="1200">
          <a:solidFill>
            <a:schemeClr val="bg1"/>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563A8B-A7A7-FDE7-BC85-6E87E33BA87A}"/>
              </a:ext>
            </a:extLst>
          </p:cNvPr>
          <p:cNvSpPr>
            <a:spLocks noGrp="1"/>
          </p:cNvSpPr>
          <p:nvPr>
            <p:ph type="title"/>
          </p:nvPr>
        </p:nvSpPr>
        <p:spPr>
          <a:xfrm>
            <a:off x="838200" y="2432666"/>
            <a:ext cx="7940040" cy="2827219"/>
          </a:xfrm>
          <a:prstGeom prst="rect">
            <a:avLst/>
          </a:prstGeom>
        </p:spPr>
        <p:txBody>
          <a:bodyPr vert="horz" lIns="91440" tIns="45720" rIns="91440" bIns="45720" rtlCol="0" anchor="ctr">
            <a:noAutofit/>
          </a:bodyPr>
          <a:lstStyle/>
          <a:p>
            <a:r>
              <a:rPr lang="es-MX"/>
              <a:t>Click to add title</a:t>
            </a:r>
            <a:endParaRPr lang="es-UY"/>
          </a:p>
        </p:txBody>
      </p:sp>
      <p:pic>
        <p:nvPicPr>
          <p:cNvPr id="11" name="Imagen 10">
            <a:extLst>
              <a:ext uri="{FF2B5EF4-FFF2-40B4-BE49-F238E27FC236}">
                <a16:creationId xmlns:a16="http://schemas.microsoft.com/office/drawing/2014/main" id="{2FC4DB3D-5552-F9C4-65AF-1DA0C1F42581}"/>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38200" y="923187"/>
            <a:ext cx="3617068" cy="925297"/>
          </a:xfrm>
          <a:prstGeom prst="rect">
            <a:avLst/>
          </a:prstGeom>
        </p:spPr>
      </p:pic>
    </p:spTree>
    <p:extLst>
      <p:ext uri="{BB962C8B-B14F-4D97-AF65-F5344CB8AC3E}">
        <p14:creationId xmlns:p14="http://schemas.microsoft.com/office/powerpoint/2010/main" val="129649260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833" r:id="rId4"/>
    <p:sldLayoutId id="2147483834" r:id="rId5"/>
  </p:sldLayoutIdLst>
  <p:txStyles>
    <p:titleStyle>
      <a:lvl1pPr algn="l" defTabSz="914400" rtl="0" eaLnBrk="1" latinLnBrk="0" hangingPunct="1">
        <a:lnSpc>
          <a:spcPct val="90000"/>
        </a:lnSpc>
        <a:spcBef>
          <a:spcPct val="0"/>
        </a:spcBef>
        <a:buNone/>
        <a:defRPr sz="6000" b="1" kern="1200">
          <a:solidFill>
            <a:schemeClr val="bg1"/>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563A8B-A7A7-FDE7-BC85-6E87E33BA87A}"/>
              </a:ext>
            </a:extLst>
          </p:cNvPr>
          <p:cNvSpPr>
            <a:spLocks noGrp="1"/>
          </p:cNvSpPr>
          <p:nvPr>
            <p:ph type="title"/>
          </p:nvPr>
        </p:nvSpPr>
        <p:spPr>
          <a:xfrm>
            <a:off x="765048" y="690792"/>
            <a:ext cx="7117080" cy="1020418"/>
          </a:xfrm>
          <a:prstGeom prst="rect">
            <a:avLst/>
          </a:prstGeom>
        </p:spPr>
        <p:txBody>
          <a:bodyPr vert="horz" lIns="91440" tIns="45720" rIns="91440" bIns="45720" rtlCol="0" anchor="ctr">
            <a:noAutofit/>
          </a:bodyPr>
          <a:lstStyle/>
          <a:p>
            <a:r>
              <a:rPr lang="es-MX"/>
              <a:t>Click to add title</a:t>
            </a:r>
            <a:endParaRPr lang="es-UY"/>
          </a:p>
        </p:txBody>
      </p:sp>
      <p:pic>
        <p:nvPicPr>
          <p:cNvPr id="3" name="Imagen 2">
            <a:extLst>
              <a:ext uri="{FF2B5EF4-FFF2-40B4-BE49-F238E27FC236}">
                <a16:creationId xmlns:a16="http://schemas.microsoft.com/office/drawing/2014/main" id="{1791FE1A-2FAD-0FD8-602C-8CF358C0129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Tree>
    <p:extLst>
      <p:ext uri="{BB962C8B-B14F-4D97-AF65-F5344CB8AC3E}">
        <p14:creationId xmlns:p14="http://schemas.microsoft.com/office/powerpoint/2010/main" val="90192950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859" r:id="rId3"/>
  </p:sldLayoutIdLst>
  <p:txStyles>
    <p:titleStyle>
      <a:lvl1pPr algn="l" defTabSz="914400" rtl="0" eaLnBrk="1" latinLnBrk="0" hangingPunct="1">
        <a:lnSpc>
          <a:spcPct val="90000"/>
        </a:lnSpc>
        <a:spcBef>
          <a:spcPct val="0"/>
        </a:spcBef>
        <a:buNone/>
        <a:defRPr sz="3200" b="1" kern="1200">
          <a:solidFill>
            <a:schemeClr val="tx2"/>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563A8B-A7A7-FDE7-BC85-6E87E33BA87A}"/>
              </a:ext>
            </a:extLst>
          </p:cNvPr>
          <p:cNvSpPr>
            <a:spLocks noGrp="1"/>
          </p:cNvSpPr>
          <p:nvPr>
            <p:ph type="title"/>
          </p:nvPr>
        </p:nvSpPr>
        <p:spPr>
          <a:xfrm>
            <a:off x="765048" y="690792"/>
            <a:ext cx="7117080" cy="1020418"/>
          </a:xfrm>
          <a:prstGeom prst="rect">
            <a:avLst/>
          </a:prstGeom>
        </p:spPr>
        <p:txBody>
          <a:bodyPr vert="horz" lIns="91440" tIns="45720" rIns="91440" bIns="45720" rtlCol="0" anchor="ctr">
            <a:noAutofit/>
          </a:bodyPr>
          <a:lstStyle/>
          <a:p>
            <a:r>
              <a:rPr lang="es-MX"/>
              <a:t>Click to add title</a:t>
            </a:r>
            <a:endParaRPr lang="es-UY"/>
          </a:p>
        </p:txBody>
      </p:sp>
      <p:pic>
        <p:nvPicPr>
          <p:cNvPr id="3" name="Imagen 2">
            <a:extLst>
              <a:ext uri="{FF2B5EF4-FFF2-40B4-BE49-F238E27FC236}">
                <a16:creationId xmlns:a16="http://schemas.microsoft.com/office/drawing/2014/main" id="{1791FE1A-2FAD-0FD8-602C-8CF358C0129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Tree>
    <p:extLst>
      <p:ext uri="{BB962C8B-B14F-4D97-AF65-F5344CB8AC3E}">
        <p14:creationId xmlns:p14="http://schemas.microsoft.com/office/powerpoint/2010/main" val="623205063"/>
      </p:ext>
    </p:extLst>
  </p:cSld>
  <p:clrMap bg1="lt1" tx1="dk1" bg2="lt2" tx2="dk2" accent1="accent1" accent2="accent2" accent3="accent3" accent4="accent4" accent5="accent5" accent6="accent6" hlink="hlink" folHlink="folHlink"/>
  <p:sldLayoutIdLst>
    <p:sldLayoutId id="2147483734" r:id="rId1"/>
    <p:sldLayoutId id="2147483735" r:id="rId2"/>
  </p:sldLayoutIdLst>
  <p:txStyles>
    <p:titleStyle>
      <a:lvl1pPr algn="l" defTabSz="914400" rtl="0" eaLnBrk="1" latinLnBrk="0" hangingPunct="1">
        <a:lnSpc>
          <a:spcPct val="90000"/>
        </a:lnSpc>
        <a:spcBef>
          <a:spcPct val="0"/>
        </a:spcBef>
        <a:buNone/>
        <a:defRPr sz="3200" b="1" kern="1200">
          <a:solidFill>
            <a:schemeClr val="tx2"/>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563A8B-A7A7-FDE7-BC85-6E87E33BA87A}"/>
              </a:ext>
            </a:extLst>
          </p:cNvPr>
          <p:cNvSpPr>
            <a:spLocks noGrp="1"/>
          </p:cNvSpPr>
          <p:nvPr>
            <p:ph type="title"/>
          </p:nvPr>
        </p:nvSpPr>
        <p:spPr>
          <a:xfrm>
            <a:off x="765048" y="690792"/>
            <a:ext cx="7117080" cy="1020418"/>
          </a:xfrm>
          <a:prstGeom prst="rect">
            <a:avLst/>
          </a:prstGeom>
        </p:spPr>
        <p:txBody>
          <a:bodyPr vert="horz" lIns="91440" tIns="45720" rIns="91440" bIns="45720" rtlCol="0" anchor="ctr">
            <a:noAutofit/>
          </a:bodyPr>
          <a:lstStyle/>
          <a:p>
            <a:r>
              <a:rPr lang="es-MX"/>
              <a:t>Click to add title</a:t>
            </a:r>
            <a:endParaRPr lang="es-UY"/>
          </a:p>
        </p:txBody>
      </p:sp>
      <p:pic>
        <p:nvPicPr>
          <p:cNvPr id="3" name="Imagen 2">
            <a:extLst>
              <a:ext uri="{FF2B5EF4-FFF2-40B4-BE49-F238E27FC236}">
                <a16:creationId xmlns:a16="http://schemas.microsoft.com/office/drawing/2014/main" id="{1791FE1A-2FAD-0FD8-602C-8CF358C0129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Tree>
    <p:extLst>
      <p:ext uri="{BB962C8B-B14F-4D97-AF65-F5344CB8AC3E}">
        <p14:creationId xmlns:p14="http://schemas.microsoft.com/office/powerpoint/2010/main" val="1353347665"/>
      </p:ext>
    </p:extLst>
  </p:cSld>
  <p:clrMap bg1="lt1" tx1="dk1" bg2="lt2" tx2="dk2" accent1="accent1" accent2="accent2" accent3="accent3" accent4="accent4" accent5="accent5" accent6="accent6" hlink="hlink" folHlink="folHlink"/>
  <p:sldLayoutIdLst>
    <p:sldLayoutId id="2147483749" r:id="rId1"/>
    <p:sldLayoutId id="2147483750" r:id="rId2"/>
  </p:sldLayoutIdLst>
  <p:txStyles>
    <p:titleStyle>
      <a:lvl1pPr algn="l" defTabSz="914400" rtl="0" eaLnBrk="1" latinLnBrk="0" hangingPunct="1">
        <a:lnSpc>
          <a:spcPct val="90000"/>
        </a:lnSpc>
        <a:spcBef>
          <a:spcPct val="0"/>
        </a:spcBef>
        <a:buNone/>
        <a:defRPr sz="3200" b="1" kern="1200">
          <a:solidFill>
            <a:schemeClr val="tx2"/>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541930D-4503-7DFF-62B1-E9708477505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01292" y="590678"/>
            <a:ext cx="1831848" cy="468613"/>
          </a:xfrm>
          <a:prstGeom prst="rect">
            <a:avLst/>
          </a:prstGeom>
        </p:spPr>
      </p:pic>
      <p:pic>
        <p:nvPicPr>
          <p:cNvPr id="6" name="Gráfico 5">
            <a:extLst>
              <a:ext uri="{FF2B5EF4-FFF2-40B4-BE49-F238E27FC236}">
                <a16:creationId xmlns:a16="http://schemas.microsoft.com/office/drawing/2014/main" id="{3CBC230D-AC23-AD83-7416-0C4D62AD0251}"/>
              </a:ext>
            </a:extLst>
          </p:cNvPr>
          <p:cNvPicPr>
            <a:picLocks noChangeAspect="1"/>
          </p:cNvPicPr>
          <p:nvPr userDrawn="1"/>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7882" r="75573" b="37758"/>
          <a:stretch/>
        </p:blipFill>
        <p:spPr>
          <a:xfrm>
            <a:off x="9455726" y="0"/>
            <a:ext cx="2736273" cy="6858001"/>
          </a:xfrm>
          <a:prstGeom prst="rect">
            <a:avLst/>
          </a:prstGeom>
        </p:spPr>
      </p:pic>
      <p:sp>
        <p:nvSpPr>
          <p:cNvPr id="8" name="CuadroTexto 7">
            <a:extLst>
              <a:ext uri="{FF2B5EF4-FFF2-40B4-BE49-F238E27FC236}">
                <a16:creationId xmlns:a16="http://schemas.microsoft.com/office/drawing/2014/main" id="{18338789-05AE-9351-0F95-F215BF2904C4}"/>
              </a:ext>
            </a:extLst>
          </p:cNvPr>
          <p:cNvSpPr txBox="1"/>
          <p:nvPr userDrawn="1"/>
        </p:nvSpPr>
        <p:spPr>
          <a:xfrm>
            <a:off x="-2122714" y="2383971"/>
            <a:ext cx="237566" cy="369332"/>
          </a:xfrm>
          <a:prstGeom prst="rect">
            <a:avLst/>
          </a:prstGeom>
          <a:noFill/>
        </p:spPr>
        <p:txBody>
          <a:bodyPr wrap="none" rtlCol="0">
            <a:spAutoFit/>
          </a:bodyPr>
          <a:lstStyle/>
          <a:p>
            <a:r>
              <a:rPr lang="es-UY"/>
              <a:t> </a:t>
            </a:r>
          </a:p>
        </p:txBody>
      </p:sp>
      <p:sp>
        <p:nvSpPr>
          <p:cNvPr id="2" name="Marcador de título 1">
            <a:extLst>
              <a:ext uri="{FF2B5EF4-FFF2-40B4-BE49-F238E27FC236}">
                <a16:creationId xmlns:a16="http://schemas.microsoft.com/office/drawing/2014/main" id="{09C478EB-8A1A-A3B8-386D-491042CF3116}"/>
              </a:ext>
            </a:extLst>
          </p:cNvPr>
          <p:cNvSpPr>
            <a:spLocks noGrp="1"/>
          </p:cNvSpPr>
          <p:nvPr>
            <p:ph type="title"/>
          </p:nvPr>
        </p:nvSpPr>
        <p:spPr>
          <a:xfrm>
            <a:off x="701292" y="2766218"/>
            <a:ext cx="7827072" cy="1325563"/>
          </a:xfrm>
          <a:prstGeom prst="rect">
            <a:avLst/>
          </a:prstGeom>
        </p:spPr>
        <p:txBody>
          <a:bodyPr vert="horz" lIns="91440" tIns="45720" rIns="91440" bIns="45720" rtlCol="0" anchor="ctr">
            <a:noAutofit/>
          </a:bodyPr>
          <a:lstStyle/>
          <a:p>
            <a:r>
              <a:rPr lang="es-MX"/>
              <a:t>Click to add title</a:t>
            </a:r>
            <a:endParaRPr lang="es-ES"/>
          </a:p>
        </p:txBody>
      </p:sp>
    </p:spTree>
    <p:extLst>
      <p:ext uri="{BB962C8B-B14F-4D97-AF65-F5344CB8AC3E}">
        <p14:creationId xmlns:p14="http://schemas.microsoft.com/office/powerpoint/2010/main" val="703535186"/>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Lst>
  <p:txStyles>
    <p:titleStyle>
      <a:lvl1pPr algn="l" defTabSz="914400" rtl="0" eaLnBrk="1" latinLnBrk="0" hangingPunct="1">
        <a:lnSpc>
          <a:spcPct val="90000"/>
        </a:lnSpc>
        <a:spcBef>
          <a:spcPct val="0"/>
        </a:spcBef>
        <a:buNone/>
        <a:defRPr sz="5400" b="1" kern="1200">
          <a:solidFill>
            <a:schemeClr val="bg1"/>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563A8B-A7A7-FDE7-BC85-6E87E33BA87A}"/>
              </a:ext>
            </a:extLst>
          </p:cNvPr>
          <p:cNvSpPr>
            <a:spLocks noGrp="1"/>
          </p:cNvSpPr>
          <p:nvPr>
            <p:ph type="title"/>
          </p:nvPr>
        </p:nvSpPr>
        <p:spPr>
          <a:xfrm>
            <a:off x="765048" y="690792"/>
            <a:ext cx="7117080" cy="1020418"/>
          </a:xfrm>
          <a:prstGeom prst="rect">
            <a:avLst/>
          </a:prstGeom>
        </p:spPr>
        <p:txBody>
          <a:bodyPr vert="horz" lIns="91440" tIns="45720" rIns="91440" bIns="45720" rtlCol="0" anchor="ctr">
            <a:noAutofit/>
          </a:bodyPr>
          <a:lstStyle/>
          <a:p>
            <a:pPr lvl="0"/>
            <a:r>
              <a:rPr lang="es-MX"/>
              <a:t>Click to add title</a:t>
            </a:r>
            <a:endParaRPr lang="es-UY"/>
          </a:p>
        </p:txBody>
      </p:sp>
      <p:pic>
        <p:nvPicPr>
          <p:cNvPr id="3" name="Imagen 2">
            <a:extLst>
              <a:ext uri="{FF2B5EF4-FFF2-40B4-BE49-F238E27FC236}">
                <a16:creationId xmlns:a16="http://schemas.microsoft.com/office/drawing/2014/main" id="{1791FE1A-2FAD-0FD8-602C-8CF358C0129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Tree>
    <p:extLst>
      <p:ext uri="{BB962C8B-B14F-4D97-AF65-F5344CB8AC3E}">
        <p14:creationId xmlns:p14="http://schemas.microsoft.com/office/powerpoint/2010/main" val="2161544512"/>
      </p:ext>
    </p:extLst>
  </p:cSld>
  <p:clrMap bg1="lt1" tx1="dk1" bg2="lt2" tx2="dk2" accent1="accent1" accent2="accent2" accent3="accent3" accent4="accent4" accent5="accent5" accent6="accent6" hlink="hlink" folHlink="folHlink"/>
  <p:sldLayoutIdLst>
    <p:sldLayoutId id="2147483847" r:id="rId1"/>
    <p:sldLayoutId id="2147483848" r:id="rId2"/>
  </p:sldLayoutIdLst>
  <p:txStyles>
    <p:titleStyle>
      <a:lvl1pPr algn="l" defTabSz="914400" rtl="0" eaLnBrk="1" latinLnBrk="0" hangingPunct="1">
        <a:lnSpc>
          <a:spcPct val="90000"/>
        </a:lnSpc>
        <a:spcBef>
          <a:spcPct val="0"/>
        </a:spcBef>
        <a:buNone/>
        <a:defRPr sz="3200" b="1" kern="1200">
          <a:solidFill>
            <a:schemeClr val="tx2"/>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563A8B-A7A7-FDE7-BC85-6E87E33BA87A}"/>
              </a:ext>
            </a:extLst>
          </p:cNvPr>
          <p:cNvSpPr>
            <a:spLocks noGrp="1"/>
          </p:cNvSpPr>
          <p:nvPr>
            <p:ph type="title"/>
          </p:nvPr>
        </p:nvSpPr>
        <p:spPr>
          <a:xfrm>
            <a:off x="765048" y="690792"/>
            <a:ext cx="7117080" cy="1020418"/>
          </a:xfrm>
          <a:prstGeom prst="rect">
            <a:avLst/>
          </a:prstGeom>
        </p:spPr>
        <p:txBody>
          <a:bodyPr vert="horz" lIns="91440" tIns="45720" rIns="91440" bIns="45720" rtlCol="0" anchor="ctr">
            <a:noAutofit/>
          </a:bodyPr>
          <a:lstStyle/>
          <a:p>
            <a:r>
              <a:rPr lang="es-MX"/>
              <a:t>Click to add title</a:t>
            </a:r>
            <a:endParaRPr lang="es-UY"/>
          </a:p>
        </p:txBody>
      </p:sp>
      <p:pic>
        <p:nvPicPr>
          <p:cNvPr id="3" name="Imagen 2">
            <a:extLst>
              <a:ext uri="{FF2B5EF4-FFF2-40B4-BE49-F238E27FC236}">
                <a16:creationId xmlns:a16="http://schemas.microsoft.com/office/drawing/2014/main" id="{1791FE1A-2FAD-0FD8-602C-8CF358C0129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54184" y="467796"/>
            <a:ext cx="1831848" cy="468612"/>
          </a:xfrm>
          <a:prstGeom prst="rect">
            <a:avLst/>
          </a:prstGeom>
        </p:spPr>
      </p:pic>
    </p:spTree>
    <p:extLst>
      <p:ext uri="{BB962C8B-B14F-4D97-AF65-F5344CB8AC3E}">
        <p14:creationId xmlns:p14="http://schemas.microsoft.com/office/powerpoint/2010/main" val="2792042043"/>
      </p:ext>
    </p:extLst>
  </p:cSld>
  <p:clrMap bg1="lt1" tx1="dk1" bg2="lt2" tx2="dk2" accent1="accent1" accent2="accent2" accent3="accent3" accent4="accent4" accent5="accent5" accent6="accent6" hlink="hlink" folHlink="folHlink"/>
  <p:sldLayoutIdLst>
    <p:sldLayoutId id="2147483857" r:id="rId1"/>
    <p:sldLayoutId id="2147483858" r:id="rId2"/>
  </p:sldLayoutIdLst>
  <p:txStyles>
    <p:titleStyle>
      <a:lvl1pPr algn="l" defTabSz="914400" rtl="0" eaLnBrk="1" latinLnBrk="0" hangingPunct="1">
        <a:lnSpc>
          <a:spcPct val="90000"/>
        </a:lnSpc>
        <a:spcBef>
          <a:spcPct val="0"/>
        </a:spcBef>
        <a:buNone/>
        <a:defRPr sz="3200" b="1" kern="1200">
          <a:solidFill>
            <a:schemeClr val="tx2"/>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1.emf"/></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2.emf"/></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3.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4.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5.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046BE-F6E2-030D-954C-D6EE003258C1}"/>
              </a:ext>
            </a:extLst>
          </p:cNvPr>
          <p:cNvSpPr>
            <a:spLocks noGrp="1"/>
          </p:cNvSpPr>
          <p:nvPr>
            <p:ph type="title"/>
          </p:nvPr>
        </p:nvSpPr>
        <p:spPr>
          <a:xfrm>
            <a:off x="870273" y="2872908"/>
            <a:ext cx="6351300" cy="2827219"/>
          </a:xfrm>
        </p:spPr>
        <p:txBody>
          <a:bodyPr/>
          <a:lstStyle/>
          <a:p>
            <a:r>
              <a:rPr lang="en-US" dirty="0">
                <a:effectLst>
                  <a:outerShdw blurRad="38100" dist="38100" dir="2700000" algn="tl">
                    <a:srgbClr val="000000">
                      <a:alpha val="43137"/>
                    </a:srgbClr>
                  </a:outerShdw>
                </a:effectLst>
              </a:rPr>
              <a:t>SPLITS &amp; COLLAB EXPECTATIONS</a:t>
            </a:r>
          </a:p>
        </p:txBody>
      </p:sp>
      <p:pic>
        <p:nvPicPr>
          <p:cNvPr id="1026" name="Picture 2" descr="Image result for gif but what about my money">
            <a:extLst>
              <a:ext uri="{FF2B5EF4-FFF2-40B4-BE49-F238E27FC236}">
                <a16:creationId xmlns:a16="http://schemas.microsoft.com/office/drawing/2014/main" id="{19438C5D-5DFF-C7B0-0246-6954A248D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9706" y="2271440"/>
            <a:ext cx="3813108" cy="3813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55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8047044E-E987-065F-D292-B6B9F492AD49}"/>
              </a:ext>
            </a:extLst>
          </p:cNvPr>
          <p:cNvSpPr txBox="1"/>
          <p:nvPr/>
        </p:nvSpPr>
        <p:spPr>
          <a:xfrm>
            <a:off x="188313" y="3326601"/>
            <a:ext cx="530418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B184C"/>
                </a:solidFill>
                <a:effectLst/>
                <a:uLnTx/>
                <a:uFillTx/>
                <a:latin typeface="Rubik Medium" pitchFamily="2" charset="-79"/>
                <a:ea typeface="+mn-ea"/>
                <a:cs typeface="Rubik Medium" pitchFamily="2" charset="-79"/>
              </a:rPr>
              <a:t>Purpose</a:t>
            </a:r>
          </a:p>
        </p:txBody>
      </p:sp>
      <p:sp>
        <p:nvSpPr>
          <p:cNvPr id="31" name="TextBox 30">
            <a:extLst>
              <a:ext uri="{FF2B5EF4-FFF2-40B4-BE49-F238E27FC236}">
                <a16:creationId xmlns:a16="http://schemas.microsoft.com/office/drawing/2014/main" id="{AEABE21E-E5C0-F206-DA3E-FB4B4C89CA63}"/>
              </a:ext>
            </a:extLst>
          </p:cNvPr>
          <p:cNvSpPr txBox="1"/>
          <p:nvPr/>
        </p:nvSpPr>
        <p:spPr>
          <a:xfrm>
            <a:off x="6538764" y="1188660"/>
            <a:ext cx="413393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B184C"/>
                </a:solidFill>
                <a:effectLst/>
                <a:uLnTx/>
                <a:uFillTx/>
                <a:latin typeface="Rubik" pitchFamily="2" charset="-79"/>
                <a:ea typeface="+mn-ea"/>
                <a:cs typeface="Rubik" pitchFamily="2" charset="-79"/>
              </a:rPr>
              <a:t>Transition to being recognized as a Total Talent Workforce Solutions Provider.</a:t>
            </a:r>
          </a:p>
        </p:txBody>
      </p:sp>
      <p:sp>
        <p:nvSpPr>
          <p:cNvPr id="33" name="TextBox 32">
            <a:extLst>
              <a:ext uri="{FF2B5EF4-FFF2-40B4-BE49-F238E27FC236}">
                <a16:creationId xmlns:a16="http://schemas.microsoft.com/office/drawing/2014/main" id="{A422C7E2-EA0B-49BC-43EB-7E8C33114A7A}"/>
              </a:ext>
            </a:extLst>
          </p:cNvPr>
          <p:cNvSpPr txBox="1"/>
          <p:nvPr/>
        </p:nvSpPr>
        <p:spPr>
          <a:xfrm>
            <a:off x="7252558" y="3379621"/>
            <a:ext cx="338704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B184C"/>
                </a:solidFill>
                <a:effectLst/>
                <a:uLnTx/>
                <a:uFillTx/>
                <a:latin typeface="Rubik" pitchFamily="2" charset="-79"/>
                <a:ea typeface="+mn-ea"/>
                <a:cs typeface="Rubik" pitchFamily="2" charset="-79"/>
              </a:rPr>
              <a:t>Relatedness: Cultivate a unified work environment.</a:t>
            </a:r>
          </a:p>
        </p:txBody>
      </p:sp>
      <p:sp>
        <p:nvSpPr>
          <p:cNvPr id="35" name="TextBox 34">
            <a:extLst>
              <a:ext uri="{FF2B5EF4-FFF2-40B4-BE49-F238E27FC236}">
                <a16:creationId xmlns:a16="http://schemas.microsoft.com/office/drawing/2014/main" id="{A1B1ADAB-FE12-189C-F8E6-ECAB87FC80F6}"/>
              </a:ext>
            </a:extLst>
          </p:cNvPr>
          <p:cNvSpPr txBox="1"/>
          <p:nvPr/>
        </p:nvSpPr>
        <p:spPr>
          <a:xfrm>
            <a:off x="6982086" y="4450412"/>
            <a:ext cx="338704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B184C"/>
                </a:solidFill>
                <a:effectLst/>
                <a:uLnTx/>
                <a:uFillTx/>
                <a:latin typeface="Rubik" pitchFamily="2" charset="-79"/>
                <a:ea typeface="+mn-ea"/>
                <a:cs typeface="Rubik" pitchFamily="2" charset="-79"/>
              </a:rPr>
              <a:t>Strategic Support for our New Fiscal Year Goals.</a:t>
            </a:r>
          </a:p>
        </p:txBody>
      </p:sp>
      <p:sp>
        <p:nvSpPr>
          <p:cNvPr id="36" name="TextBox 35">
            <a:extLst>
              <a:ext uri="{FF2B5EF4-FFF2-40B4-BE49-F238E27FC236}">
                <a16:creationId xmlns:a16="http://schemas.microsoft.com/office/drawing/2014/main" id="{86ED9517-9CEE-B657-DF87-6FAA67C3C34D}"/>
              </a:ext>
            </a:extLst>
          </p:cNvPr>
          <p:cNvSpPr txBox="1"/>
          <p:nvPr/>
        </p:nvSpPr>
        <p:spPr>
          <a:xfrm>
            <a:off x="6662489" y="5536492"/>
            <a:ext cx="338704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B184C"/>
                </a:solidFill>
                <a:effectLst/>
                <a:uLnTx/>
                <a:uFillTx/>
                <a:latin typeface="Rubik" pitchFamily="2" charset="-79"/>
                <a:ea typeface="+mn-ea"/>
                <a:cs typeface="Rubik" pitchFamily="2" charset="-79"/>
              </a:rPr>
              <a:t>Enhance Engagement and Motivation.</a:t>
            </a:r>
          </a:p>
        </p:txBody>
      </p:sp>
      <p:sp>
        <p:nvSpPr>
          <p:cNvPr id="2" name="Rectangle 1">
            <a:extLst>
              <a:ext uri="{FF2B5EF4-FFF2-40B4-BE49-F238E27FC236}">
                <a16:creationId xmlns:a16="http://schemas.microsoft.com/office/drawing/2014/main" id="{907A1C27-E000-F24A-FC99-B2E7E0DF3B31}"/>
              </a:ext>
            </a:extLst>
          </p:cNvPr>
          <p:cNvSpPr/>
          <p:nvPr/>
        </p:nvSpPr>
        <p:spPr>
          <a:xfrm>
            <a:off x="1488426" y="2132754"/>
            <a:ext cx="8915306" cy="353658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Tx/>
              <a:buAutoNum type="arabicPeriod"/>
            </a:pPr>
            <a:r>
              <a:rPr lang="en-US" sz="2400" dirty="0">
                <a:solidFill>
                  <a:srgbClr val="101D61"/>
                </a:solidFill>
              </a:rPr>
              <a:t>Review Case Studies &amp; Real World Examples  </a:t>
            </a:r>
          </a:p>
          <a:p>
            <a:pPr marL="342900" indent="-342900" algn="ctr">
              <a:buAutoNum type="arabicPeriod"/>
            </a:pPr>
            <a:r>
              <a:rPr lang="en-US" sz="2400" dirty="0">
                <a:solidFill>
                  <a:srgbClr val="101D61"/>
                </a:solidFill>
              </a:rPr>
              <a:t>Review Tasks, Descriptions, and Ownership</a:t>
            </a:r>
          </a:p>
        </p:txBody>
      </p:sp>
      <p:sp>
        <p:nvSpPr>
          <p:cNvPr id="3" name="Rectangle 2">
            <a:extLst>
              <a:ext uri="{FF2B5EF4-FFF2-40B4-BE49-F238E27FC236}">
                <a16:creationId xmlns:a16="http://schemas.microsoft.com/office/drawing/2014/main" id="{8D6797BE-49E9-B393-33CA-0CE8102BAD10}"/>
              </a:ext>
            </a:extLst>
          </p:cNvPr>
          <p:cNvSpPr/>
          <p:nvPr/>
        </p:nvSpPr>
        <p:spPr>
          <a:xfrm>
            <a:off x="1488426" y="1830249"/>
            <a:ext cx="8948658" cy="93365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cs typeface="Rubik Medium"/>
              </a:rPr>
              <a:t>Agenda</a:t>
            </a:r>
          </a:p>
        </p:txBody>
      </p:sp>
    </p:spTree>
    <p:extLst>
      <p:ext uri="{BB962C8B-B14F-4D97-AF65-F5344CB8AC3E}">
        <p14:creationId xmlns:p14="http://schemas.microsoft.com/office/powerpoint/2010/main" val="89985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0C35-206F-21E8-51A3-BFCDD59FE48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30823E-541F-C44D-0961-08F8D651742E}"/>
              </a:ext>
            </a:extLst>
          </p:cNvPr>
          <p:cNvPicPr>
            <a:picLocks noChangeAspect="1"/>
          </p:cNvPicPr>
          <p:nvPr/>
        </p:nvPicPr>
        <p:blipFill>
          <a:blip r:embed="rId3"/>
          <a:stretch>
            <a:fillRect/>
          </a:stretch>
        </p:blipFill>
        <p:spPr>
          <a:xfrm>
            <a:off x="128587" y="2205037"/>
            <a:ext cx="11934825" cy="2447925"/>
          </a:xfrm>
          <a:prstGeom prst="rect">
            <a:avLst/>
          </a:prstGeom>
        </p:spPr>
      </p:pic>
    </p:spTree>
    <p:extLst>
      <p:ext uri="{BB962C8B-B14F-4D97-AF65-F5344CB8AC3E}">
        <p14:creationId xmlns:p14="http://schemas.microsoft.com/office/powerpoint/2010/main" val="665893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0C35-206F-21E8-51A3-BFCDD59FE481}"/>
            </a:ext>
          </a:extLst>
        </p:cNvPr>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24DF6FA7-4FEC-614E-FC0A-6FC4AB0E05B4}"/>
              </a:ext>
            </a:extLst>
          </p:cNvPr>
          <p:cNvGraphicFramePr>
            <a:graphicFrameLocks noChangeAspect="1"/>
          </p:cNvGraphicFramePr>
          <p:nvPr>
            <p:extLst>
              <p:ext uri="{D42A27DB-BD31-4B8C-83A1-F6EECF244321}">
                <p14:modId xmlns:p14="http://schemas.microsoft.com/office/powerpoint/2010/main" val="1738967134"/>
              </p:ext>
            </p:extLst>
          </p:nvPr>
        </p:nvGraphicFramePr>
        <p:xfrm>
          <a:off x="131763" y="2206625"/>
          <a:ext cx="11930062" cy="2443163"/>
        </p:xfrm>
        <a:graphic>
          <a:graphicData uri="http://schemas.openxmlformats.org/presentationml/2006/ole">
            <mc:AlternateContent xmlns:mc="http://schemas.openxmlformats.org/markup-compatibility/2006">
              <mc:Choice xmlns:v="urn:schemas-microsoft-com:vml" Requires="v">
                <p:oleObj name="Worksheet" r:id="rId3" imgW="11929916" imgH="2443397" progId="Excel.Sheet.12">
                  <p:embed/>
                </p:oleObj>
              </mc:Choice>
              <mc:Fallback>
                <p:oleObj name="Worksheet" r:id="rId3" imgW="11929916" imgH="2443397" progId="Excel.Sheet.12">
                  <p:embed/>
                  <p:pic>
                    <p:nvPicPr>
                      <p:cNvPr id="4" name="Object 3">
                        <a:extLst>
                          <a:ext uri="{FF2B5EF4-FFF2-40B4-BE49-F238E27FC236}">
                            <a16:creationId xmlns:a16="http://schemas.microsoft.com/office/drawing/2014/main" id="{24DF6FA7-4FEC-614E-FC0A-6FC4AB0E05B4}"/>
                          </a:ext>
                        </a:extLst>
                      </p:cNvPr>
                      <p:cNvPicPr/>
                      <p:nvPr/>
                    </p:nvPicPr>
                    <p:blipFill>
                      <a:blip r:embed="rId4"/>
                      <a:stretch>
                        <a:fillRect/>
                      </a:stretch>
                    </p:blipFill>
                    <p:spPr>
                      <a:xfrm>
                        <a:off x="131763" y="2206625"/>
                        <a:ext cx="11930062" cy="2443163"/>
                      </a:xfrm>
                      <a:prstGeom prst="rect">
                        <a:avLst/>
                      </a:prstGeom>
                    </p:spPr>
                  </p:pic>
                </p:oleObj>
              </mc:Fallback>
            </mc:AlternateContent>
          </a:graphicData>
        </a:graphic>
      </p:graphicFrame>
    </p:spTree>
    <p:extLst>
      <p:ext uri="{BB962C8B-B14F-4D97-AF65-F5344CB8AC3E}">
        <p14:creationId xmlns:p14="http://schemas.microsoft.com/office/powerpoint/2010/main" val="89155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0C35-206F-21E8-51A3-BFCDD59FE481}"/>
            </a:ext>
          </a:extLst>
        </p:cNvPr>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E9417620-4F92-108B-168E-4A47C5C954D6}"/>
              </a:ext>
            </a:extLst>
          </p:cNvPr>
          <p:cNvGraphicFramePr>
            <a:graphicFrameLocks noChangeAspect="1"/>
          </p:cNvGraphicFramePr>
          <p:nvPr>
            <p:extLst>
              <p:ext uri="{D42A27DB-BD31-4B8C-83A1-F6EECF244321}">
                <p14:modId xmlns:p14="http://schemas.microsoft.com/office/powerpoint/2010/main" val="368085310"/>
              </p:ext>
            </p:extLst>
          </p:nvPr>
        </p:nvGraphicFramePr>
        <p:xfrm>
          <a:off x="131763" y="2206625"/>
          <a:ext cx="11930062" cy="2443163"/>
        </p:xfrm>
        <a:graphic>
          <a:graphicData uri="http://schemas.openxmlformats.org/presentationml/2006/ole">
            <mc:AlternateContent xmlns:mc="http://schemas.openxmlformats.org/markup-compatibility/2006">
              <mc:Choice xmlns:v="urn:schemas-microsoft-com:vml" Requires="v">
                <p:oleObj name="Worksheet" r:id="rId3" imgW="11929916" imgH="2443397" progId="Excel.Sheet.12">
                  <p:embed/>
                </p:oleObj>
              </mc:Choice>
              <mc:Fallback>
                <p:oleObj name="Worksheet" r:id="rId3" imgW="11929916" imgH="2443397" progId="Excel.Sheet.12">
                  <p:embed/>
                  <p:pic>
                    <p:nvPicPr>
                      <p:cNvPr id="2" name="Object 1">
                        <a:extLst>
                          <a:ext uri="{FF2B5EF4-FFF2-40B4-BE49-F238E27FC236}">
                            <a16:creationId xmlns:a16="http://schemas.microsoft.com/office/drawing/2014/main" id="{E9417620-4F92-108B-168E-4A47C5C954D6}"/>
                          </a:ext>
                        </a:extLst>
                      </p:cNvPr>
                      <p:cNvPicPr/>
                      <p:nvPr/>
                    </p:nvPicPr>
                    <p:blipFill>
                      <a:blip r:embed="rId4"/>
                      <a:stretch>
                        <a:fillRect/>
                      </a:stretch>
                    </p:blipFill>
                    <p:spPr>
                      <a:xfrm>
                        <a:off x="131763" y="2206625"/>
                        <a:ext cx="11930062" cy="2443163"/>
                      </a:xfrm>
                      <a:prstGeom prst="rect">
                        <a:avLst/>
                      </a:prstGeom>
                    </p:spPr>
                  </p:pic>
                </p:oleObj>
              </mc:Fallback>
            </mc:AlternateContent>
          </a:graphicData>
        </a:graphic>
      </p:graphicFrame>
    </p:spTree>
    <p:extLst>
      <p:ext uri="{BB962C8B-B14F-4D97-AF65-F5344CB8AC3E}">
        <p14:creationId xmlns:p14="http://schemas.microsoft.com/office/powerpoint/2010/main" val="1910575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0C35-206F-21E8-51A3-BFCDD59FE481}"/>
            </a:ext>
          </a:extLst>
        </p:cNvPr>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8093F60C-69B7-BF7C-C87D-D89B2D47AEC0}"/>
              </a:ext>
            </a:extLst>
          </p:cNvPr>
          <p:cNvGraphicFramePr>
            <a:graphicFrameLocks noChangeAspect="1"/>
          </p:cNvGraphicFramePr>
          <p:nvPr>
            <p:extLst>
              <p:ext uri="{D42A27DB-BD31-4B8C-83A1-F6EECF244321}">
                <p14:modId xmlns:p14="http://schemas.microsoft.com/office/powerpoint/2010/main" val="624846760"/>
              </p:ext>
            </p:extLst>
          </p:nvPr>
        </p:nvGraphicFramePr>
        <p:xfrm>
          <a:off x="131763" y="2106613"/>
          <a:ext cx="11930062" cy="2643187"/>
        </p:xfrm>
        <a:graphic>
          <a:graphicData uri="http://schemas.openxmlformats.org/presentationml/2006/ole">
            <mc:AlternateContent xmlns:mc="http://schemas.openxmlformats.org/markup-compatibility/2006">
              <mc:Choice xmlns:v="urn:schemas-microsoft-com:vml" Requires="v">
                <p:oleObj name="Worksheet" r:id="rId3" imgW="11929916" imgH="2643266" progId="Excel.Sheet.12">
                  <p:embed/>
                </p:oleObj>
              </mc:Choice>
              <mc:Fallback>
                <p:oleObj name="Worksheet" r:id="rId3" imgW="11929916" imgH="2643266" progId="Excel.Sheet.12">
                  <p:embed/>
                  <p:pic>
                    <p:nvPicPr>
                      <p:cNvPr id="3" name="Object 2">
                        <a:extLst>
                          <a:ext uri="{FF2B5EF4-FFF2-40B4-BE49-F238E27FC236}">
                            <a16:creationId xmlns:a16="http://schemas.microsoft.com/office/drawing/2014/main" id="{8093F60C-69B7-BF7C-C87D-D89B2D47AEC0}"/>
                          </a:ext>
                        </a:extLst>
                      </p:cNvPr>
                      <p:cNvPicPr/>
                      <p:nvPr/>
                    </p:nvPicPr>
                    <p:blipFill>
                      <a:blip r:embed="rId4"/>
                      <a:stretch>
                        <a:fillRect/>
                      </a:stretch>
                    </p:blipFill>
                    <p:spPr>
                      <a:xfrm>
                        <a:off x="131763" y="2106613"/>
                        <a:ext cx="11930062" cy="2643187"/>
                      </a:xfrm>
                      <a:prstGeom prst="rect">
                        <a:avLst/>
                      </a:prstGeom>
                    </p:spPr>
                  </p:pic>
                </p:oleObj>
              </mc:Fallback>
            </mc:AlternateContent>
          </a:graphicData>
        </a:graphic>
      </p:graphicFrame>
    </p:spTree>
    <p:extLst>
      <p:ext uri="{BB962C8B-B14F-4D97-AF65-F5344CB8AC3E}">
        <p14:creationId xmlns:p14="http://schemas.microsoft.com/office/powerpoint/2010/main" val="973769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0C35-206F-21E8-51A3-BFCDD59FE481}"/>
            </a:ext>
          </a:extLst>
        </p:cNvPr>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76933AFA-831C-D7AB-6F54-67D09EF61C8F}"/>
              </a:ext>
            </a:extLst>
          </p:cNvPr>
          <p:cNvGraphicFramePr>
            <a:graphicFrameLocks noChangeAspect="1"/>
          </p:cNvGraphicFramePr>
          <p:nvPr>
            <p:extLst>
              <p:ext uri="{D42A27DB-BD31-4B8C-83A1-F6EECF244321}">
                <p14:modId xmlns:p14="http://schemas.microsoft.com/office/powerpoint/2010/main" val="2234744560"/>
              </p:ext>
            </p:extLst>
          </p:nvPr>
        </p:nvGraphicFramePr>
        <p:xfrm>
          <a:off x="131763" y="2206625"/>
          <a:ext cx="11930062" cy="2443163"/>
        </p:xfrm>
        <a:graphic>
          <a:graphicData uri="http://schemas.openxmlformats.org/presentationml/2006/ole">
            <mc:AlternateContent xmlns:mc="http://schemas.openxmlformats.org/markup-compatibility/2006">
              <mc:Choice xmlns:v="urn:schemas-microsoft-com:vml" Requires="v">
                <p:oleObj name="Worksheet" r:id="rId3" imgW="11929916" imgH="2443397" progId="Excel.Sheet.12">
                  <p:embed/>
                </p:oleObj>
              </mc:Choice>
              <mc:Fallback>
                <p:oleObj name="Worksheet" r:id="rId3" imgW="11929916" imgH="2443397" progId="Excel.Sheet.12">
                  <p:embed/>
                  <p:pic>
                    <p:nvPicPr>
                      <p:cNvPr id="4" name="Object 3">
                        <a:extLst>
                          <a:ext uri="{FF2B5EF4-FFF2-40B4-BE49-F238E27FC236}">
                            <a16:creationId xmlns:a16="http://schemas.microsoft.com/office/drawing/2014/main" id="{76933AFA-831C-D7AB-6F54-67D09EF61C8F}"/>
                          </a:ext>
                        </a:extLst>
                      </p:cNvPr>
                      <p:cNvPicPr/>
                      <p:nvPr/>
                    </p:nvPicPr>
                    <p:blipFill>
                      <a:blip r:embed="rId4"/>
                      <a:stretch>
                        <a:fillRect/>
                      </a:stretch>
                    </p:blipFill>
                    <p:spPr>
                      <a:xfrm>
                        <a:off x="131763" y="2206625"/>
                        <a:ext cx="11930062" cy="2443163"/>
                      </a:xfrm>
                      <a:prstGeom prst="rect">
                        <a:avLst/>
                      </a:prstGeom>
                    </p:spPr>
                  </p:pic>
                </p:oleObj>
              </mc:Fallback>
            </mc:AlternateContent>
          </a:graphicData>
        </a:graphic>
      </p:graphicFrame>
    </p:spTree>
    <p:extLst>
      <p:ext uri="{BB962C8B-B14F-4D97-AF65-F5344CB8AC3E}">
        <p14:creationId xmlns:p14="http://schemas.microsoft.com/office/powerpoint/2010/main" val="1763421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0C35-206F-21E8-51A3-BFCDD59FE481}"/>
            </a:ext>
          </a:extLst>
        </p:cNvPr>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EBBB4712-FE37-06F5-2C8B-D1B67BEB3C39}"/>
              </a:ext>
            </a:extLst>
          </p:cNvPr>
          <p:cNvGraphicFramePr>
            <a:graphicFrameLocks noChangeAspect="1"/>
          </p:cNvGraphicFramePr>
          <p:nvPr>
            <p:extLst>
              <p:ext uri="{D42A27DB-BD31-4B8C-83A1-F6EECF244321}">
                <p14:modId xmlns:p14="http://schemas.microsoft.com/office/powerpoint/2010/main" val="1496850906"/>
              </p:ext>
            </p:extLst>
          </p:nvPr>
        </p:nvGraphicFramePr>
        <p:xfrm>
          <a:off x="131763" y="2206625"/>
          <a:ext cx="11930062" cy="2443163"/>
        </p:xfrm>
        <a:graphic>
          <a:graphicData uri="http://schemas.openxmlformats.org/presentationml/2006/ole">
            <mc:AlternateContent xmlns:mc="http://schemas.openxmlformats.org/markup-compatibility/2006">
              <mc:Choice xmlns:v="urn:schemas-microsoft-com:vml" Requires="v">
                <p:oleObj name="Worksheet" r:id="rId3" imgW="11929916" imgH="2443397" progId="Excel.Sheet.12">
                  <p:embed/>
                </p:oleObj>
              </mc:Choice>
              <mc:Fallback>
                <p:oleObj name="Worksheet" r:id="rId3" imgW="11929916" imgH="2443397" progId="Excel.Sheet.12">
                  <p:embed/>
                  <p:pic>
                    <p:nvPicPr>
                      <p:cNvPr id="2" name="Object 1">
                        <a:extLst>
                          <a:ext uri="{FF2B5EF4-FFF2-40B4-BE49-F238E27FC236}">
                            <a16:creationId xmlns:a16="http://schemas.microsoft.com/office/drawing/2014/main" id="{EBBB4712-FE37-06F5-2C8B-D1B67BEB3C39}"/>
                          </a:ext>
                        </a:extLst>
                      </p:cNvPr>
                      <p:cNvPicPr/>
                      <p:nvPr/>
                    </p:nvPicPr>
                    <p:blipFill>
                      <a:blip r:embed="rId4"/>
                      <a:stretch>
                        <a:fillRect/>
                      </a:stretch>
                    </p:blipFill>
                    <p:spPr>
                      <a:xfrm>
                        <a:off x="131763" y="2206625"/>
                        <a:ext cx="11930062" cy="2443163"/>
                      </a:xfrm>
                      <a:prstGeom prst="rect">
                        <a:avLst/>
                      </a:prstGeom>
                    </p:spPr>
                  </p:pic>
                </p:oleObj>
              </mc:Fallback>
            </mc:AlternateContent>
          </a:graphicData>
        </a:graphic>
      </p:graphicFrame>
    </p:spTree>
    <p:extLst>
      <p:ext uri="{BB962C8B-B14F-4D97-AF65-F5344CB8AC3E}">
        <p14:creationId xmlns:p14="http://schemas.microsoft.com/office/powerpoint/2010/main" val="2131857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1F2960EB-9C8A-72CF-1E75-079AF8CB096A}"/>
              </a:ext>
            </a:extLst>
          </p:cNvPr>
          <p:cNvGraphicFramePr>
            <a:graphicFrameLocks noGrp="1"/>
          </p:cNvGraphicFramePr>
          <p:nvPr>
            <p:extLst>
              <p:ext uri="{D42A27DB-BD31-4B8C-83A1-F6EECF244321}">
                <p14:modId xmlns:p14="http://schemas.microsoft.com/office/powerpoint/2010/main" val="3490320020"/>
              </p:ext>
            </p:extLst>
          </p:nvPr>
        </p:nvGraphicFramePr>
        <p:xfrm>
          <a:off x="182880" y="1456006"/>
          <a:ext cx="9172135" cy="3976982"/>
        </p:xfrm>
        <a:graphic>
          <a:graphicData uri="http://schemas.openxmlformats.org/drawingml/2006/table">
            <a:tbl>
              <a:tblPr>
                <a:tableStyleId>{5C22544A-7EE6-4342-B048-85BDC9FD1C3A}</a:tableStyleId>
              </a:tblPr>
              <a:tblGrid>
                <a:gridCol w="1599117">
                  <a:extLst>
                    <a:ext uri="{9D8B030D-6E8A-4147-A177-3AD203B41FA5}">
                      <a16:colId xmlns:a16="http://schemas.microsoft.com/office/drawing/2014/main" val="1489026864"/>
                    </a:ext>
                  </a:extLst>
                </a:gridCol>
                <a:gridCol w="919699">
                  <a:extLst>
                    <a:ext uri="{9D8B030D-6E8A-4147-A177-3AD203B41FA5}">
                      <a16:colId xmlns:a16="http://schemas.microsoft.com/office/drawing/2014/main" val="1949237125"/>
                    </a:ext>
                  </a:extLst>
                </a:gridCol>
                <a:gridCol w="2253677">
                  <a:extLst>
                    <a:ext uri="{9D8B030D-6E8A-4147-A177-3AD203B41FA5}">
                      <a16:colId xmlns:a16="http://schemas.microsoft.com/office/drawing/2014/main" val="1450784612"/>
                    </a:ext>
                  </a:extLst>
                </a:gridCol>
                <a:gridCol w="4399642">
                  <a:extLst>
                    <a:ext uri="{9D8B030D-6E8A-4147-A177-3AD203B41FA5}">
                      <a16:colId xmlns:a16="http://schemas.microsoft.com/office/drawing/2014/main" val="2296075546"/>
                    </a:ext>
                  </a:extLst>
                </a:gridCol>
              </a:tblGrid>
              <a:tr h="248583">
                <a:tc gridSpan="4">
                  <a:txBody>
                    <a:bodyPr/>
                    <a:lstStyle/>
                    <a:p>
                      <a:pPr algn="ctr" rtl="0" fontAlgn="ctr"/>
                      <a:r>
                        <a:rPr lang="en-US" sz="1600" b="1" u="sng" strike="noStrike" dirty="0">
                          <a:effectLst/>
                          <a:highlight>
                            <a:srgbClr val="E7E6E6"/>
                          </a:highlight>
                        </a:rPr>
                        <a:t>Recruitment Tasks (47.5%)</a:t>
                      </a:r>
                      <a:endParaRPr lang="en-US" sz="1600" b="1" i="0" u="sng" strike="noStrike" dirty="0">
                        <a:solidFill>
                          <a:srgbClr val="000000"/>
                        </a:solidFill>
                        <a:effectLst/>
                        <a:highlight>
                          <a:srgbClr val="E7E6E6"/>
                        </a:highlight>
                        <a:latin typeface="Calibri" panose="020F0502020204030204" pitchFamily="34" charset="0"/>
                      </a:endParaRPr>
                    </a:p>
                  </a:txBody>
                  <a:tcPr marL="3563" marR="3563" marT="3563"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81877672"/>
                  </a:ext>
                </a:extLst>
              </a:tr>
              <a:tr h="598431">
                <a:tc>
                  <a:txBody>
                    <a:bodyPr/>
                    <a:lstStyle/>
                    <a:p>
                      <a:pPr algn="ctr" rtl="0" fontAlgn="ctr"/>
                      <a:r>
                        <a:rPr lang="en-US" sz="900" b="1" u="none" strike="noStrike" dirty="0">
                          <a:effectLst/>
                        </a:rPr>
                        <a:t>CN - Origination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5.00%</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 6-month allocation (then regenable) or job change. 24 hour hold once added - both upload and distro must be done simultaneously</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Add CV to BH. Refresh coding, specialism, regen date, ownership name. Send to distro list. </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4162045520"/>
                  </a:ext>
                </a:extLst>
              </a:tr>
              <a:tr h="398953">
                <a:tc>
                  <a:txBody>
                    <a:bodyPr/>
                    <a:lstStyle/>
                    <a:p>
                      <a:pPr algn="ctr" rtl="0" fontAlgn="ctr"/>
                      <a:r>
                        <a:rPr lang="en-US" sz="900" b="1" u="none" strike="noStrike" dirty="0">
                          <a:effectLst/>
                        </a:rPr>
                        <a:t>Activation - Qualification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5.00%</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3-month ownership of LABVISSS</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Intake uploaded to BH and saved in CLABVISS section of BH.</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1636380185"/>
                  </a:ext>
                </a:extLst>
              </a:tr>
              <a:tr h="797907">
                <a:tc>
                  <a:txBody>
                    <a:bodyPr/>
                    <a:lstStyle/>
                    <a:p>
                      <a:pPr algn="ctr" rtl="0" fontAlgn="ctr"/>
                      <a:r>
                        <a:rPr lang="en-US" sz="900" b="1" u="none" strike="noStrike" dirty="0">
                          <a:effectLst/>
                        </a:rPr>
                        <a:t>Activation - Clearing &amp; Coordination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10.0%</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VC/Role specific </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Clearing: Clear candidate for specific VC with notes saved to BH. Detailed CV Sub writeup sent to vacancy manager and CV Sub logged in portal/uploaded to client ATS. Coordination: Candidate Interview Scheduling, which includes sending candidate invites, meeting agendas, &amp; email prep. At offer, log offer and placement.</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3715051899"/>
                  </a:ext>
                </a:extLst>
              </a:tr>
              <a:tr h="736248">
                <a:tc>
                  <a:txBody>
                    <a:bodyPr/>
                    <a:lstStyle/>
                    <a:p>
                      <a:pPr algn="ctr" rtl="0" fontAlgn="ctr"/>
                      <a:r>
                        <a:rPr lang="en-US" sz="900" b="1" u="none" strike="noStrike" dirty="0">
                          <a:effectLst/>
                        </a:rPr>
                        <a:t>Candidate Process Management</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17.5%</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VC/Role specific                                                 </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Lead IV feedback calls and negotiate with CN including RATESS and offer management. Compile written feedback after every interview to vacancy manager, reference collection. Prep for resignation &amp; counter offer </a:t>
                      </a:r>
                      <a:r>
                        <a:rPr lang="en-US" sz="900" i="1" u="none" strike="noStrike" dirty="0" err="1">
                          <a:effectLst/>
                        </a:rPr>
                        <a:t>discussion,make</a:t>
                      </a:r>
                      <a:r>
                        <a:rPr lang="en-US" sz="900" i="1" u="none" strike="noStrike" dirty="0">
                          <a:effectLst/>
                        </a:rPr>
                        <a:t> sure they start, first day instructions and check ins post-start.</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4059804280"/>
                  </a:ext>
                </a:extLst>
              </a:tr>
              <a:tr h="1196860">
                <a:tc>
                  <a:txBody>
                    <a:bodyPr/>
                    <a:lstStyle/>
                    <a:p>
                      <a:pPr algn="ctr" rtl="0" fontAlgn="ctr"/>
                      <a:r>
                        <a:rPr lang="en-US" sz="900" b="1" u="none" strike="noStrike" dirty="0">
                          <a:effectLst/>
                        </a:rPr>
                        <a:t>Client Vacancy Management</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10.0%</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VC/Role specific. Must be allocated to delivery EXCEPT in instances of scale: With accounts with multiple roles of same phenotype, BD can allocate this portion to an AM. This split usage is for high volume scheduling for accounts with 1-2 stage interview processes.</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Lead conversation during Client VC Intake. Manage hiring manager/TA for everything from submission of actual CV, follow ups/gathering feedback on candidates, scheduling of IV processes w client. All recruiters working VC must </a:t>
                      </a:r>
                      <a:r>
                        <a:rPr lang="en-US" sz="900" i="1" u="none" strike="noStrike" dirty="0" err="1">
                          <a:effectLst/>
                        </a:rPr>
                        <a:t>bc</a:t>
                      </a:r>
                      <a:r>
                        <a:rPr lang="en-US" sz="900" i="1" u="none" strike="noStrike" dirty="0">
                          <a:effectLst/>
                        </a:rPr>
                        <a:t> </a:t>
                      </a:r>
                      <a:r>
                        <a:rPr lang="en-US" sz="900" i="1" u="none" strike="noStrike" dirty="0" err="1">
                          <a:effectLst/>
                        </a:rPr>
                        <a:t>CC'd</a:t>
                      </a:r>
                      <a:r>
                        <a:rPr lang="en-US" sz="900" i="1" u="none" strike="noStrike" dirty="0">
                          <a:effectLst/>
                        </a:rPr>
                        <a:t> on all comms related to this VC with updates saved to BH VC.</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1621595186"/>
                  </a:ext>
                </a:extLst>
              </a:tr>
            </a:tbl>
          </a:graphicData>
        </a:graphic>
      </p:graphicFrame>
    </p:spTree>
    <p:extLst>
      <p:ext uri="{BB962C8B-B14F-4D97-AF65-F5344CB8AC3E}">
        <p14:creationId xmlns:p14="http://schemas.microsoft.com/office/powerpoint/2010/main" val="497184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165C95D-9E75-3A1B-92AB-62B5E51CF135}"/>
              </a:ext>
            </a:extLst>
          </p:cNvPr>
          <p:cNvGraphicFramePr>
            <a:graphicFrameLocks noGrp="1"/>
          </p:cNvGraphicFramePr>
          <p:nvPr>
            <p:extLst>
              <p:ext uri="{D42A27DB-BD31-4B8C-83A1-F6EECF244321}">
                <p14:modId xmlns:p14="http://schemas.microsoft.com/office/powerpoint/2010/main" val="3378745493"/>
              </p:ext>
            </p:extLst>
          </p:nvPr>
        </p:nvGraphicFramePr>
        <p:xfrm>
          <a:off x="249169" y="992938"/>
          <a:ext cx="9001418" cy="5246014"/>
        </p:xfrm>
        <a:graphic>
          <a:graphicData uri="http://schemas.openxmlformats.org/drawingml/2006/table">
            <a:tbl>
              <a:tblPr>
                <a:tableStyleId>{5C22544A-7EE6-4342-B048-85BDC9FD1C3A}</a:tableStyleId>
              </a:tblPr>
              <a:tblGrid>
                <a:gridCol w="1569353">
                  <a:extLst>
                    <a:ext uri="{9D8B030D-6E8A-4147-A177-3AD203B41FA5}">
                      <a16:colId xmlns:a16="http://schemas.microsoft.com/office/drawing/2014/main" val="3582595047"/>
                    </a:ext>
                  </a:extLst>
                </a:gridCol>
                <a:gridCol w="902581">
                  <a:extLst>
                    <a:ext uri="{9D8B030D-6E8A-4147-A177-3AD203B41FA5}">
                      <a16:colId xmlns:a16="http://schemas.microsoft.com/office/drawing/2014/main" val="2300544241"/>
                    </a:ext>
                  </a:extLst>
                </a:gridCol>
                <a:gridCol w="2211731">
                  <a:extLst>
                    <a:ext uri="{9D8B030D-6E8A-4147-A177-3AD203B41FA5}">
                      <a16:colId xmlns:a16="http://schemas.microsoft.com/office/drawing/2014/main" val="1953620114"/>
                    </a:ext>
                  </a:extLst>
                </a:gridCol>
                <a:gridCol w="4317753">
                  <a:extLst>
                    <a:ext uri="{9D8B030D-6E8A-4147-A177-3AD203B41FA5}">
                      <a16:colId xmlns:a16="http://schemas.microsoft.com/office/drawing/2014/main" val="520956638"/>
                    </a:ext>
                  </a:extLst>
                </a:gridCol>
              </a:tblGrid>
              <a:tr h="246567">
                <a:tc gridSpan="4">
                  <a:txBody>
                    <a:bodyPr/>
                    <a:lstStyle/>
                    <a:p>
                      <a:pPr algn="ctr" rtl="0" fontAlgn="ctr"/>
                      <a:r>
                        <a:rPr lang="en-US" sz="1600" b="1" u="sng" strike="noStrike" dirty="0">
                          <a:effectLst/>
                          <a:highlight>
                            <a:srgbClr val="E7E6E6"/>
                          </a:highlight>
                        </a:rPr>
                        <a:t>Business Development Tasks (52.5%)</a:t>
                      </a:r>
                      <a:endParaRPr lang="en-US" sz="1600" b="1" i="0" u="sng" strike="noStrike" dirty="0">
                        <a:solidFill>
                          <a:srgbClr val="000000"/>
                        </a:solidFill>
                        <a:effectLst/>
                        <a:highlight>
                          <a:srgbClr val="E7E6E6"/>
                        </a:highlight>
                        <a:latin typeface="Calibri" panose="020F0502020204030204" pitchFamily="34" charset="0"/>
                      </a:endParaRPr>
                    </a:p>
                  </a:txBody>
                  <a:tcPr marL="3563" marR="3563" marT="3563"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12338416"/>
                  </a:ext>
                </a:extLst>
              </a:tr>
              <a:tr h="1274446">
                <a:tc>
                  <a:txBody>
                    <a:bodyPr/>
                    <a:lstStyle/>
                    <a:p>
                      <a:pPr algn="ctr" rtl="0" fontAlgn="ctr"/>
                      <a:r>
                        <a:rPr lang="en-US" sz="900" b="1" u="none" strike="noStrike" dirty="0">
                          <a:effectLst/>
                        </a:rPr>
                        <a:t>Account Administration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10.0%</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BD/AM - Adjusted based on Account w/ VOLUME       </a:t>
                      </a:r>
                    </a:p>
                    <a:p>
                      <a:pPr algn="l" rtl="0" fontAlgn="ctr"/>
                      <a:r>
                        <a:rPr lang="en-US" sz="900" b="1" u="none" strike="noStrike" dirty="0">
                          <a:effectLst/>
                        </a:rPr>
                        <a:t>For executive level roles - this can be adjusted to delivery lead; required to send search stats, build marketing materials and own communications with client heavily focused towards advising and broader team's market intelligence. </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Weekly management of the client, process improvement, pipeline reviews: Build Teams Chat for delivery and confirm VC management and submission process. Add FACTSSS to BH. Log Recruiter Clears. Share all client VC-specific expectations to </a:t>
                      </a:r>
                      <a:r>
                        <a:rPr lang="en-US" sz="900" i="1" u="none" strike="noStrike" dirty="0" err="1">
                          <a:effectLst/>
                        </a:rPr>
                        <a:t>lifescijobs</a:t>
                      </a:r>
                      <a:r>
                        <a:rPr lang="en-US" sz="900" i="1" u="none" strike="noStrike" dirty="0">
                          <a:effectLst/>
                        </a:rPr>
                        <a:t>@ along with weekly account updates and build Teams chat for anyone involved in sourcing for roles. Client one-pager and selling points, benefits, and JDs uploaded to BH files. </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550488099"/>
                  </a:ext>
                </a:extLst>
              </a:tr>
              <a:tr h="895073">
                <a:tc>
                  <a:txBody>
                    <a:bodyPr/>
                    <a:lstStyle/>
                    <a:p>
                      <a:pPr algn="ctr" rtl="0" fontAlgn="ctr"/>
                      <a:r>
                        <a:rPr lang="en-US" sz="900" b="1" u="none" strike="noStrike" dirty="0">
                          <a:effectLst/>
                        </a:rPr>
                        <a:t>Account Expansion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7.5%</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VC/Role specific based on who role was released to.</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Active maintenance of escalation conversations and Client Expansion. Onsite meetings. Referrals to new geographies, facilities, functions. Cross-sell &amp; Up-sell solutions resulting in New Vacancy Generation. Active not passive Vacancy Logged in BH.</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3160876336"/>
                  </a:ext>
                </a:extLst>
              </a:tr>
              <a:tr h="593576">
                <a:tc>
                  <a:txBody>
                    <a:bodyPr/>
                    <a:lstStyle/>
                    <a:p>
                      <a:pPr algn="ctr" rtl="0" fontAlgn="ctr"/>
                      <a:r>
                        <a:rPr lang="en-US" sz="900" b="1" u="none" strike="noStrike" dirty="0">
                          <a:effectLst/>
                        </a:rPr>
                        <a:t>BD - Origination </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10.0%</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New Clients (12 months) from last involvement - then Division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Spec Response / Lead Generation (Net new) &gt; Booking critical meeting with 'Key Individuals' Key Conversation or Meeting Logged. OR Key Convo logged &amp; Lead passed to current AM (Existing Accounts). Generate Teams group chat with BD team/pitch stakeholders.</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1049850830"/>
                  </a:ext>
                </a:extLst>
              </a:tr>
              <a:tr h="911665">
                <a:tc>
                  <a:txBody>
                    <a:bodyPr/>
                    <a:lstStyle/>
                    <a:p>
                      <a:pPr algn="ctr" rtl="0" fontAlgn="ctr"/>
                      <a:r>
                        <a:rPr lang="en-US" sz="900" b="1" u="none" strike="noStrike" dirty="0">
                          <a:effectLst/>
                        </a:rPr>
                        <a:t>Client Discovery</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7.5%</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New Clients (6 months) involvement - then Client Success if new business is generated or actionable feedback is generated - stays with client success for duration of new business won.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Fact-finding meeting to understand client needs and follow through, present GQR USPs and high-level solutions + garner feedback on interest. Send post-meeting actions, develop preliminary strategies to support client needs. Update rules of engagement in BH. After first 3 months, client review happens from BD, after first 6 months Client Success completes. </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2599596812"/>
                  </a:ext>
                </a:extLst>
              </a:tr>
              <a:tr h="593576">
                <a:tc>
                  <a:txBody>
                    <a:bodyPr/>
                    <a:lstStyle/>
                    <a:p>
                      <a:pPr algn="ctr" rtl="0" fontAlgn="ctr"/>
                      <a:r>
                        <a:rPr lang="en-US" sz="900" b="1" u="none" strike="noStrike" dirty="0">
                          <a:effectLst/>
                        </a:rPr>
                        <a:t>Proposal Generation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7.5%</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New Clients (12 months) involvement - then Division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Solution Architecture: Crafting of comprehensive proposal with scope of services, deliverables, pricing, cost estimate, pitch deck and any other marketing materials built. Lead Q&amp;A, negotiations, and refine solution to client's needs. </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687406532"/>
                  </a:ext>
                </a:extLst>
              </a:tr>
              <a:tr h="730275">
                <a:tc>
                  <a:txBody>
                    <a:bodyPr/>
                    <a:lstStyle/>
                    <a:p>
                      <a:pPr algn="ctr" rtl="0" fontAlgn="ctr"/>
                      <a:r>
                        <a:rPr lang="en-US" sz="900" b="1" u="none" strike="noStrike" dirty="0">
                          <a:effectLst/>
                        </a:rPr>
                        <a:t>Client Activation</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u="none" strike="noStrike">
                          <a:effectLst/>
                        </a:rPr>
                        <a:t>10.0%</a:t>
                      </a:r>
                      <a:endParaRPr lang="en-US" sz="900" b="1" i="0" u="none" strike="noStrike">
                        <a:solidFill>
                          <a:srgbClr val="000000"/>
                        </a:solidFill>
                        <a:effectLst/>
                        <a:latin typeface="Calibri" panose="020F0502020204030204" pitchFamily="34" charset="0"/>
                      </a:endParaRPr>
                    </a:p>
                  </a:txBody>
                  <a:tcPr marL="3563" marR="3563" marT="3563" marB="0" anchor="ctr"/>
                </a:tc>
                <a:tc>
                  <a:txBody>
                    <a:bodyPr/>
                    <a:lstStyle/>
                    <a:p>
                      <a:pPr algn="l" rtl="0" fontAlgn="ctr"/>
                      <a:r>
                        <a:rPr lang="en-US" sz="900" b="1" u="none" strike="noStrike" dirty="0">
                          <a:effectLst/>
                        </a:rPr>
                        <a:t>Automatically 6 months contingent &amp; 12 months for retainers,  + opportunity to extend pending review on quarterly basis - requires DH sign off</a:t>
                      </a:r>
                      <a:endParaRPr lang="en-US" sz="900" b="1" i="0" u="none" strike="noStrike" dirty="0">
                        <a:solidFill>
                          <a:srgbClr val="000000"/>
                        </a:solidFill>
                        <a:effectLst/>
                        <a:latin typeface="Calibri" panose="020F0502020204030204" pitchFamily="34" charset="0"/>
                      </a:endParaRPr>
                    </a:p>
                  </a:txBody>
                  <a:tcPr marL="3563" marR="3563" marT="3563" marB="0" anchor="ctr"/>
                </a:tc>
                <a:tc>
                  <a:txBody>
                    <a:bodyPr/>
                    <a:lstStyle/>
                    <a:p>
                      <a:pPr algn="ctr" rtl="0" fontAlgn="ctr"/>
                      <a:r>
                        <a:rPr lang="en-US" sz="900" i="1" u="none" strike="noStrike" dirty="0">
                          <a:effectLst/>
                        </a:rPr>
                        <a:t>Terms/SOW executed, lead kick off meeting, determine account management and delivery strategy. Initial vacancies pulled, initial escalation point confirmed + Review of project / post-mortem.</a:t>
                      </a:r>
                      <a:endParaRPr lang="en-US" sz="900" b="0" i="1" u="none" strike="noStrike" dirty="0">
                        <a:solidFill>
                          <a:srgbClr val="000000"/>
                        </a:solidFill>
                        <a:effectLst/>
                        <a:latin typeface="Calibri" panose="020F0502020204030204" pitchFamily="34" charset="0"/>
                      </a:endParaRPr>
                    </a:p>
                  </a:txBody>
                  <a:tcPr marL="3563" marR="3563" marT="3563" marB="0" anchor="ctr"/>
                </a:tc>
                <a:extLst>
                  <a:ext uri="{0D108BD9-81ED-4DB2-BD59-A6C34878D82A}">
                    <a16:rowId xmlns:a16="http://schemas.microsoft.com/office/drawing/2014/main" val="1616154666"/>
                  </a:ext>
                </a:extLst>
              </a:tr>
            </a:tbl>
          </a:graphicData>
        </a:graphic>
      </p:graphicFrame>
    </p:spTree>
    <p:extLst>
      <p:ext uri="{BB962C8B-B14F-4D97-AF65-F5344CB8AC3E}">
        <p14:creationId xmlns:p14="http://schemas.microsoft.com/office/powerpoint/2010/main" val="2562691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10A0CE9-63A5-73A1-5CD4-53F80257564F}"/>
              </a:ext>
            </a:extLst>
          </p:cNvPr>
          <p:cNvSpPr>
            <a:spLocks noGrp="1"/>
          </p:cNvSpPr>
          <p:nvPr>
            <p:ph type="title"/>
          </p:nvPr>
        </p:nvSpPr>
        <p:spPr>
          <a:xfrm>
            <a:off x="1085790" y="2918791"/>
            <a:ext cx="9648952" cy="1020418"/>
          </a:xfrm>
        </p:spPr>
        <p:txBody>
          <a:bodyPr/>
          <a:lstStyle/>
          <a:p>
            <a:pPr algn="ctr">
              <a:lnSpc>
                <a:spcPct val="150000"/>
              </a:lnSpc>
            </a:pPr>
            <a:r>
              <a:rPr lang="en-US" sz="5400" dirty="0"/>
              <a:t>QUESTIONS?</a:t>
            </a:r>
            <a:endParaRPr lang="en-US" sz="9600" b="0" dirty="0">
              <a:solidFill>
                <a:srgbClr val="11C4D3"/>
              </a:solidFill>
              <a:latin typeface="Rubik Medium" pitchFamily="2" charset="-79"/>
              <a:cs typeface="Rubik Medium" pitchFamily="2" charset="-79"/>
            </a:endParaRPr>
          </a:p>
        </p:txBody>
      </p:sp>
    </p:spTree>
    <p:extLst>
      <p:ext uri="{BB962C8B-B14F-4D97-AF65-F5344CB8AC3E}">
        <p14:creationId xmlns:p14="http://schemas.microsoft.com/office/powerpoint/2010/main" val="3025360309"/>
      </p:ext>
    </p:extLst>
  </p:cSld>
  <p:clrMapOvr>
    <a:masterClrMapping/>
  </p:clrMapOvr>
</p:sld>
</file>

<file path=ppt/theme/theme1.xml><?xml version="1.0" encoding="utf-8"?>
<a:theme xmlns:a="http://schemas.openxmlformats.org/drawingml/2006/main" name="Logo + Heading">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ogo + Heading + Subheading + Image">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mage + Text">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Image + Text">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Image + Text">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Logo + Heading + Pattern">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Heading + Subheading">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Image + Text">
  <a:themeElements>
    <a:clrScheme name="GQR">
      <a:dk1>
        <a:srgbClr val="0B184C"/>
      </a:dk1>
      <a:lt1>
        <a:srgbClr val="FFFFFF"/>
      </a:lt1>
      <a:dk2>
        <a:srgbClr val="253ED5"/>
      </a:dk2>
      <a:lt2>
        <a:srgbClr val="FAF9FB"/>
      </a:lt2>
      <a:accent1>
        <a:srgbClr val="0B184C"/>
      </a:accent1>
      <a:accent2>
        <a:srgbClr val="253ED5"/>
      </a:accent2>
      <a:accent3>
        <a:srgbClr val="10C1CF"/>
      </a:accent3>
      <a:accent4>
        <a:srgbClr val="51A3F8"/>
      </a:accent4>
      <a:accent5>
        <a:srgbClr val="66CB83"/>
      </a:accent5>
      <a:accent6>
        <a:srgbClr val="ECD345"/>
      </a:accent6>
      <a:hlink>
        <a:srgbClr val="FF8D2F"/>
      </a:hlink>
      <a:folHlink>
        <a:srgbClr val="AF67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79289bc-c82c-4cb8-9f49-28a877fdaab2" xsi:nil="true"/>
    <lcf76f155ced4ddcb4097134ff3c332f xmlns="b46f9a96-6816-47b5-a657-94fa736385f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6849022C13D345A6F4EC54F541AD61" ma:contentTypeVersion="15" ma:contentTypeDescription="Create a new document." ma:contentTypeScope="" ma:versionID="3ead0c2a2e93dd15b62d36f2355663b1">
  <xsd:schema xmlns:xsd="http://www.w3.org/2001/XMLSchema" xmlns:xs="http://www.w3.org/2001/XMLSchema" xmlns:p="http://schemas.microsoft.com/office/2006/metadata/properties" xmlns:ns2="b46f9a96-6816-47b5-a657-94fa736385fe" xmlns:ns3="579289bc-c82c-4cb8-9f49-28a877fdaab2" targetNamespace="http://schemas.microsoft.com/office/2006/metadata/properties" ma:root="true" ma:fieldsID="29d53357eca4ae1629a6960a636de2be" ns2:_="" ns3:_="">
    <xsd:import namespace="b46f9a96-6816-47b5-a657-94fa736385fe"/>
    <xsd:import namespace="579289bc-c82c-4cb8-9f49-28a877fdaab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6f9a96-6816-47b5-a657-94fa736385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9deb1fa4-7ef6-4a59-8f4b-72776d1714d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79289bc-c82c-4cb8-9f49-28a877fdaab2"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7a26bcd-52d5-426b-9db3-477787ed9f97}" ma:internalName="TaxCatchAll" ma:showField="CatchAllData" ma:web="579289bc-c82c-4cb8-9f49-28a877fdaab2">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030839-8D0A-49C7-9AED-C7AF7BA60A5C}">
  <ds:schemaRefs>
    <ds:schemaRef ds:uri="http://schemas.microsoft.com/sharepoint/v3/contenttype/forms"/>
  </ds:schemaRefs>
</ds:datastoreItem>
</file>

<file path=customXml/itemProps2.xml><?xml version="1.0" encoding="utf-8"?>
<ds:datastoreItem xmlns:ds="http://schemas.openxmlformats.org/officeDocument/2006/customXml" ds:itemID="{266AC6A0-AEDA-4253-BD1E-C80F39BF682E}">
  <ds:schemaRefs>
    <ds:schemaRef ds:uri="http://purl.org/dc/terms/"/>
    <ds:schemaRef ds:uri="http://schemas.microsoft.com/office/infopath/2007/PartnerControls"/>
    <ds:schemaRef ds:uri="http://schemas.microsoft.com/office/2006/metadata/properties"/>
    <ds:schemaRef ds:uri="http://purl.org/dc/dcmitype/"/>
    <ds:schemaRef ds:uri="http://www.w3.org/XML/1998/namespace"/>
    <ds:schemaRef ds:uri="579289bc-c82c-4cb8-9f49-28a877fdaab2"/>
    <ds:schemaRef ds:uri="http://schemas.microsoft.com/office/2006/documentManagement/types"/>
    <ds:schemaRef ds:uri="http://purl.org/dc/elements/1.1/"/>
    <ds:schemaRef ds:uri="http://schemas.openxmlformats.org/package/2006/metadata/core-properties"/>
    <ds:schemaRef ds:uri="b46f9a96-6816-47b5-a657-94fa736385fe"/>
  </ds:schemaRefs>
</ds:datastoreItem>
</file>

<file path=customXml/itemProps3.xml><?xml version="1.0" encoding="utf-8"?>
<ds:datastoreItem xmlns:ds="http://schemas.openxmlformats.org/officeDocument/2006/customXml" ds:itemID="{07B9B5BF-944E-47E4-8B90-8C131920FCCC}">
  <ds:schemaRefs>
    <ds:schemaRef ds:uri="579289bc-c82c-4cb8-9f49-28a877fdaab2"/>
    <ds:schemaRef ds:uri="b46f9a96-6816-47b5-a657-94fa736385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736</TotalTime>
  <Words>1635</Words>
  <Application>Microsoft Office PowerPoint</Application>
  <PresentationFormat>Widescreen</PresentationFormat>
  <Paragraphs>121</Paragraphs>
  <Slides>11</Slides>
  <Notes>11</Notes>
  <HiddenSlides>0</HiddenSlides>
  <MMClips>0</MMClips>
  <ScaleCrop>false</ScaleCrop>
  <HeadingPairs>
    <vt:vector size="8" baseType="variant">
      <vt:variant>
        <vt:lpstr>Fonts Used</vt:lpstr>
      </vt:variant>
      <vt:variant>
        <vt:i4>4</vt:i4>
      </vt:variant>
      <vt:variant>
        <vt:lpstr>Theme</vt:lpstr>
      </vt:variant>
      <vt:variant>
        <vt:i4>8</vt:i4>
      </vt:variant>
      <vt:variant>
        <vt:lpstr>Embedded OLE Servers</vt:lpstr>
      </vt:variant>
      <vt:variant>
        <vt:i4>1</vt:i4>
      </vt:variant>
      <vt:variant>
        <vt:lpstr>Slide Titles</vt:lpstr>
      </vt:variant>
      <vt:variant>
        <vt:i4>11</vt:i4>
      </vt:variant>
    </vt:vector>
  </HeadingPairs>
  <TitlesOfParts>
    <vt:vector size="24" baseType="lpstr">
      <vt:lpstr>Arial</vt:lpstr>
      <vt:lpstr>Calibri</vt:lpstr>
      <vt:lpstr>Rubik</vt:lpstr>
      <vt:lpstr>Rubik Medium</vt:lpstr>
      <vt:lpstr>Logo + Heading</vt:lpstr>
      <vt:lpstr>Logo + Heading + Subheading + Image</vt:lpstr>
      <vt:lpstr>Image + Text</vt:lpstr>
      <vt:lpstr>3_Image + Text</vt:lpstr>
      <vt:lpstr>8_Image + Text</vt:lpstr>
      <vt:lpstr>2_Logo + Heading + Pattern</vt:lpstr>
      <vt:lpstr>1_Heading + Subheading</vt:lpstr>
      <vt:lpstr>2_Image + Text</vt:lpstr>
      <vt:lpstr>Microsoft Excel Worksheet</vt:lpstr>
      <vt:lpstr>SPLITS &amp; COLLAB EXPECTATIONS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Nicole Leinders</dc:creator>
  <cp:lastModifiedBy>Nicole Leinders</cp:lastModifiedBy>
  <cp:revision>5</cp:revision>
  <dcterms:created xsi:type="dcterms:W3CDTF">2024-01-10T16:03:46Z</dcterms:created>
  <dcterms:modified xsi:type="dcterms:W3CDTF">2024-05-29T15:00:18Z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0x010100126849022C13D345A6F4EC54F541AD61</vt:lpwstr>
  </property>
  <property fmtid="{D5CDD505-2E9C-101B-9397-08002B2CF9AE}" pid="3" name="MediaServiceImageTags">
    <vt:lpwstr/>
  </property>
</Properties>
</file>