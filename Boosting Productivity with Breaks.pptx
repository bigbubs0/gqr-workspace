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2" d="100"/>
          <a:sy n="132" d="100"/>
        </p:scale>
        <p:origin x="132" y="8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6" Type="http://schemas.openxmlformats.org/officeDocument/2006/relationships/image" Target="../media/image32.svg"/><Relationship Id="rId5" Type="http://schemas.openxmlformats.org/officeDocument/2006/relationships/image" Target="../media/image31.png"/><Relationship Id="rId4" Type="http://schemas.openxmlformats.org/officeDocument/2006/relationships/image" Target="../media/image30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7D2760C-AFBA-4FE1-8952-5BBEF1F00591}" type="doc">
      <dgm:prSet loTypeId="urn:microsoft.com/office/officeart/2005/8/layout/default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DBE87775-B762-443E-BEF7-DF5EC991657A}">
      <dgm:prSet/>
      <dgm:spPr/>
      <dgm:t>
        <a:bodyPr/>
        <a:lstStyle/>
        <a:p>
          <a:r>
            <a:rPr lang="en-US"/>
            <a:t>Introduction</a:t>
          </a:r>
        </a:p>
      </dgm:t>
    </dgm:pt>
    <dgm:pt modelId="{1815CF28-412A-481B-89DF-25B0CA40667D}" type="parTrans" cxnId="{14474A0E-D37B-452A-8F1A-E3D5D62D6B4F}">
      <dgm:prSet/>
      <dgm:spPr/>
      <dgm:t>
        <a:bodyPr/>
        <a:lstStyle/>
        <a:p>
          <a:endParaRPr lang="en-US"/>
        </a:p>
      </dgm:t>
    </dgm:pt>
    <dgm:pt modelId="{203CDDF7-31A2-45F3-BC44-188285F5FAF7}" type="sibTrans" cxnId="{14474A0E-D37B-452A-8F1A-E3D5D62D6B4F}">
      <dgm:prSet/>
      <dgm:spPr/>
      <dgm:t>
        <a:bodyPr/>
        <a:lstStyle/>
        <a:p>
          <a:endParaRPr lang="en-US"/>
        </a:p>
      </dgm:t>
    </dgm:pt>
    <dgm:pt modelId="{BDCDFD94-C3FB-4D03-9B60-A5E55C910590}">
      <dgm:prSet/>
      <dgm:spPr/>
      <dgm:t>
        <a:bodyPr/>
        <a:lstStyle/>
        <a:p>
          <a:r>
            <a:rPr lang="en-US"/>
            <a:t>Context and Motivation</a:t>
          </a:r>
        </a:p>
      </dgm:t>
    </dgm:pt>
    <dgm:pt modelId="{C4AA3E8E-6BA2-40E6-B360-EE44AC574A00}" type="parTrans" cxnId="{917107D3-4B47-49A1-BE0D-5271A5067809}">
      <dgm:prSet/>
      <dgm:spPr/>
      <dgm:t>
        <a:bodyPr/>
        <a:lstStyle/>
        <a:p>
          <a:endParaRPr lang="en-US"/>
        </a:p>
      </dgm:t>
    </dgm:pt>
    <dgm:pt modelId="{2F6C9E5C-7934-4C8F-9E2D-CD1D28E0B1A4}" type="sibTrans" cxnId="{917107D3-4B47-49A1-BE0D-5271A5067809}">
      <dgm:prSet/>
      <dgm:spPr/>
      <dgm:t>
        <a:bodyPr/>
        <a:lstStyle/>
        <a:p>
          <a:endParaRPr lang="en-US"/>
        </a:p>
      </dgm:t>
    </dgm:pt>
    <dgm:pt modelId="{D1285167-2559-4C97-AD71-20F0F09376A3}">
      <dgm:prSet/>
      <dgm:spPr/>
      <dgm:t>
        <a:bodyPr/>
        <a:lstStyle/>
        <a:p>
          <a:r>
            <a:rPr lang="en-US"/>
            <a:t>Experiment Overview</a:t>
          </a:r>
        </a:p>
      </dgm:t>
    </dgm:pt>
    <dgm:pt modelId="{7B1809DC-BBD2-46F6-BFD2-5D44D84EE056}" type="parTrans" cxnId="{92C06F50-4603-4557-8182-5F9B1F5A05FB}">
      <dgm:prSet/>
      <dgm:spPr/>
      <dgm:t>
        <a:bodyPr/>
        <a:lstStyle/>
        <a:p>
          <a:endParaRPr lang="en-US"/>
        </a:p>
      </dgm:t>
    </dgm:pt>
    <dgm:pt modelId="{35650271-6D3A-4C2B-A6FF-93FE949CF1FF}" type="sibTrans" cxnId="{92C06F50-4603-4557-8182-5F9B1F5A05FB}">
      <dgm:prSet/>
      <dgm:spPr/>
      <dgm:t>
        <a:bodyPr/>
        <a:lstStyle/>
        <a:p>
          <a:endParaRPr lang="en-US"/>
        </a:p>
      </dgm:t>
    </dgm:pt>
    <dgm:pt modelId="{1C981BC4-C315-45AC-88B0-1E401A2D555F}">
      <dgm:prSet/>
      <dgm:spPr/>
      <dgm:t>
        <a:bodyPr/>
        <a:lstStyle/>
        <a:p>
          <a:r>
            <a:rPr lang="en-US"/>
            <a:t>Recruitment and Participation</a:t>
          </a:r>
        </a:p>
      </dgm:t>
    </dgm:pt>
    <dgm:pt modelId="{49B34623-75E4-4DD1-935D-1E5CB41E92AA}" type="parTrans" cxnId="{7636768A-C787-47FE-B3B9-88E0D06F72F0}">
      <dgm:prSet/>
      <dgm:spPr/>
      <dgm:t>
        <a:bodyPr/>
        <a:lstStyle/>
        <a:p>
          <a:endParaRPr lang="en-US"/>
        </a:p>
      </dgm:t>
    </dgm:pt>
    <dgm:pt modelId="{5EFAADBE-76D0-445A-A2F1-70D908DDF53B}" type="sibTrans" cxnId="{7636768A-C787-47FE-B3B9-88E0D06F72F0}">
      <dgm:prSet/>
      <dgm:spPr/>
      <dgm:t>
        <a:bodyPr/>
        <a:lstStyle/>
        <a:p>
          <a:endParaRPr lang="en-US"/>
        </a:p>
      </dgm:t>
    </dgm:pt>
    <dgm:pt modelId="{2750829F-9B7B-45F1-BA34-1DFA64555BE7}">
      <dgm:prSet/>
      <dgm:spPr/>
      <dgm:t>
        <a:bodyPr/>
        <a:lstStyle/>
        <a:p>
          <a:r>
            <a:rPr lang="en-US"/>
            <a:t>Break Participation Results</a:t>
          </a:r>
        </a:p>
      </dgm:t>
    </dgm:pt>
    <dgm:pt modelId="{C6F1EA26-A5B3-4951-8351-1041F8E40C4E}" type="parTrans" cxnId="{CABDF860-FA19-452C-8DBC-0C0B3B874056}">
      <dgm:prSet/>
      <dgm:spPr/>
      <dgm:t>
        <a:bodyPr/>
        <a:lstStyle/>
        <a:p>
          <a:endParaRPr lang="en-US"/>
        </a:p>
      </dgm:t>
    </dgm:pt>
    <dgm:pt modelId="{9A4C770B-DA96-496D-A8DD-B6983D189759}" type="sibTrans" cxnId="{CABDF860-FA19-452C-8DBC-0C0B3B874056}">
      <dgm:prSet/>
      <dgm:spPr/>
      <dgm:t>
        <a:bodyPr/>
        <a:lstStyle/>
        <a:p>
          <a:endParaRPr lang="en-US"/>
        </a:p>
      </dgm:t>
    </dgm:pt>
    <dgm:pt modelId="{110BBB78-E51C-46DA-9FE9-89F7E5C39950}">
      <dgm:prSet/>
      <dgm:spPr/>
      <dgm:t>
        <a:bodyPr/>
        <a:lstStyle/>
        <a:p>
          <a:r>
            <a:rPr lang="en-US"/>
            <a:t>Productivity and Well-Being Improvements</a:t>
          </a:r>
        </a:p>
      </dgm:t>
    </dgm:pt>
    <dgm:pt modelId="{E51AEE90-6327-4798-BA54-B722FFC55708}" type="parTrans" cxnId="{62C0A096-466C-43DA-A38C-9785FAA0F6A8}">
      <dgm:prSet/>
      <dgm:spPr/>
      <dgm:t>
        <a:bodyPr/>
        <a:lstStyle/>
        <a:p>
          <a:endParaRPr lang="en-US"/>
        </a:p>
      </dgm:t>
    </dgm:pt>
    <dgm:pt modelId="{3D61009C-546D-4634-A4E3-36520B513D97}" type="sibTrans" cxnId="{62C0A096-466C-43DA-A38C-9785FAA0F6A8}">
      <dgm:prSet/>
      <dgm:spPr/>
      <dgm:t>
        <a:bodyPr/>
        <a:lstStyle/>
        <a:p>
          <a:endParaRPr lang="en-US"/>
        </a:p>
      </dgm:t>
    </dgm:pt>
    <dgm:pt modelId="{FD836A81-B87B-4880-82B7-9DE5D1423E64}">
      <dgm:prSet/>
      <dgm:spPr/>
      <dgm:t>
        <a:bodyPr/>
        <a:lstStyle/>
        <a:p>
          <a:r>
            <a:rPr lang="en-US"/>
            <a:t>Key Insights</a:t>
          </a:r>
        </a:p>
      </dgm:t>
    </dgm:pt>
    <dgm:pt modelId="{2CC71815-854D-4273-8D3E-EF3585572129}" type="parTrans" cxnId="{408AE094-C2EC-4C75-A2AB-4160D3C5CDDA}">
      <dgm:prSet/>
      <dgm:spPr/>
      <dgm:t>
        <a:bodyPr/>
        <a:lstStyle/>
        <a:p>
          <a:endParaRPr lang="en-US"/>
        </a:p>
      </dgm:t>
    </dgm:pt>
    <dgm:pt modelId="{8BBB94E3-43DA-4990-8754-1E96BF3611BA}" type="sibTrans" cxnId="{408AE094-C2EC-4C75-A2AB-4160D3C5CDDA}">
      <dgm:prSet/>
      <dgm:spPr/>
      <dgm:t>
        <a:bodyPr/>
        <a:lstStyle/>
        <a:p>
          <a:endParaRPr lang="en-US"/>
        </a:p>
      </dgm:t>
    </dgm:pt>
    <dgm:pt modelId="{EC2FC4CB-B5E6-4140-80D7-73394B2A70FA}">
      <dgm:prSet/>
      <dgm:spPr/>
      <dgm:t>
        <a:bodyPr/>
        <a:lstStyle/>
        <a:p>
          <a:r>
            <a:rPr lang="en-US"/>
            <a:t>Tailored Approaches</a:t>
          </a:r>
        </a:p>
      </dgm:t>
    </dgm:pt>
    <dgm:pt modelId="{4FDB8D54-6E89-46F5-B7B9-B0CFB326D6B8}" type="parTrans" cxnId="{0FFA722A-DD21-458B-9BD7-2D75BCAE6783}">
      <dgm:prSet/>
      <dgm:spPr/>
      <dgm:t>
        <a:bodyPr/>
        <a:lstStyle/>
        <a:p>
          <a:endParaRPr lang="en-US"/>
        </a:p>
      </dgm:t>
    </dgm:pt>
    <dgm:pt modelId="{8AD4B95B-6BFC-4B70-B65A-6D82C312D4D4}" type="sibTrans" cxnId="{0FFA722A-DD21-458B-9BD7-2D75BCAE6783}">
      <dgm:prSet/>
      <dgm:spPr/>
      <dgm:t>
        <a:bodyPr/>
        <a:lstStyle/>
        <a:p>
          <a:endParaRPr lang="en-US"/>
        </a:p>
      </dgm:t>
    </dgm:pt>
    <dgm:pt modelId="{B1DE1439-0E29-4786-B60F-39B24ECB3389}">
      <dgm:prSet/>
      <dgm:spPr/>
      <dgm:t>
        <a:bodyPr/>
        <a:lstStyle/>
        <a:p>
          <a:r>
            <a:rPr lang="en-US"/>
            <a:t>Enhanced Employee Connections</a:t>
          </a:r>
        </a:p>
      </dgm:t>
    </dgm:pt>
    <dgm:pt modelId="{5EB8FE9E-FFFE-49FD-ADA4-ABA63C061F19}" type="parTrans" cxnId="{2498FECA-7FCC-4242-8EB4-6591C7B3EE06}">
      <dgm:prSet/>
      <dgm:spPr/>
      <dgm:t>
        <a:bodyPr/>
        <a:lstStyle/>
        <a:p>
          <a:endParaRPr lang="en-US"/>
        </a:p>
      </dgm:t>
    </dgm:pt>
    <dgm:pt modelId="{A607FB73-D5CD-4051-97AB-FACFFC32E3D1}" type="sibTrans" cxnId="{2498FECA-7FCC-4242-8EB4-6591C7B3EE06}">
      <dgm:prSet/>
      <dgm:spPr/>
      <dgm:t>
        <a:bodyPr/>
        <a:lstStyle/>
        <a:p>
          <a:endParaRPr lang="en-US"/>
        </a:p>
      </dgm:t>
    </dgm:pt>
    <dgm:pt modelId="{082EA4D0-8BB8-4742-AF6B-B3283B6DD05F}">
      <dgm:prSet/>
      <dgm:spPr/>
      <dgm:t>
        <a:bodyPr/>
        <a:lstStyle/>
        <a:p>
          <a:r>
            <a:rPr lang="en-US"/>
            <a:t>Conclusion</a:t>
          </a:r>
        </a:p>
      </dgm:t>
    </dgm:pt>
    <dgm:pt modelId="{3A0A6798-155D-4F38-9534-1E375C940472}" type="parTrans" cxnId="{DED91F07-9A7A-4248-A731-C0682EDACA6D}">
      <dgm:prSet/>
      <dgm:spPr/>
      <dgm:t>
        <a:bodyPr/>
        <a:lstStyle/>
        <a:p>
          <a:endParaRPr lang="en-US"/>
        </a:p>
      </dgm:t>
    </dgm:pt>
    <dgm:pt modelId="{37722F20-5881-4298-9E74-258DDE879660}" type="sibTrans" cxnId="{DED91F07-9A7A-4248-A731-C0682EDACA6D}">
      <dgm:prSet/>
      <dgm:spPr/>
      <dgm:t>
        <a:bodyPr/>
        <a:lstStyle/>
        <a:p>
          <a:endParaRPr lang="en-US"/>
        </a:p>
      </dgm:t>
    </dgm:pt>
    <dgm:pt modelId="{4F7B2B07-F019-43CE-9D89-F740AC180356}" type="pres">
      <dgm:prSet presAssocID="{E7D2760C-AFBA-4FE1-8952-5BBEF1F00591}" presName="diagram" presStyleCnt="0">
        <dgm:presLayoutVars>
          <dgm:dir/>
          <dgm:resizeHandles val="exact"/>
        </dgm:presLayoutVars>
      </dgm:prSet>
      <dgm:spPr/>
    </dgm:pt>
    <dgm:pt modelId="{109E3375-9FBD-427C-A07A-492B3A720675}" type="pres">
      <dgm:prSet presAssocID="{DBE87775-B762-443E-BEF7-DF5EC991657A}" presName="node" presStyleLbl="node1" presStyleIdx="0" presStyleCnt="10">
        <dgm:presLayoutVars>
          <dgm:bulletEnabled val="1"/>
        </dgm:presLayoutVars>
      </dgm:prSet>
      <dgm:spPr/>
    </dgm:pt>
    <dgm:pt modelId="{33AE1EBC-0207-4863-B7D6-F06755E9E9E8}" type="pres">
      <dgm:prSet presAssocID="{203CDDF7-31A2-45F3-BC44-188285F5FAF7}" presName="sibTrans" presStyleCnt="0"/>
      <dgm:spPr/>
    </dgm:pt>
    <dgm:pt modelId="{8113DAC6-4254-4B9B-BB49-3E416EB74AC4}" type="pres">
      <dgm:prSet presAssocID="{BDCDFD94-C3FB-4D03-9B60-A5E55C910590}" presName="node" presStyleLbl="node1" presStyleIdx="1" presStyleCnt="10">
        <dgm:presLayoutVars>
          <dgm:bulletEnabled val="1"/>
        </dgm:presLayoutVars>
      </dgm:prSet>
      <dgm:spPr/>
    </dgm:pt>
    <dgm:pt modelId="{5F29962D-B45B-4BD7-8E46-C4682209652E}" type="pres">
      <dgm:prSet presAssocID="{2F6C9E5C-7934-4C8F-9E2D-CD1D28E0B1A4}" presName="sibTrans" presStyleCnt="0"/>
      <dgm:spPr/>
    </dgm:pt>
    <dgm:pt modelId="{516CB6DA-5805-4E83-9BD7-2A500F546750}" type="pres">
      <dgm:prSet presAssocID="{D1285167-2559-4C97-AD71-20F0F09376A3}" presName="node" presStyleLbl="node1" presStyleIdx="2" presStyleCnt="10">
        <dgm:presLayoutVars>
          <dgm:bulletEnabled val="1"/>
        </dgm:presLayoutVars>
      </dgm:prSet>
      <dgm:spPr/>
    </dgm:pt>
    <dgm:pt modelId="{6A8940FF-7A19-4680-9BC2-EC618F24E054}" type="pres">
      <dgm:prSet presAssocID="{35650271-6D3A-4C2B-A6FF-93FE949CF1FF}" presName="sibTrans" presStyleCnt="0"/>
      <dgm:spPr/>
    </dgm:pt>
    <dgm:pt modelId="{76729B8D-A0A8-4A6F-BC6B-A334346EF157}" type="pres">
      <dgm:prSet presAssocID="{1C981BC4-C315-45AC-88B0-1E401A2D555F}" presName="node" presStyleLbl="node1" presStyleIdx="3" presStyleCnt="10">
        <dgm:presLayoutVars>
          <dgm:bulletEnabled val="1"/>
        </dgm:presLayoutVars>
      </dgm:prSet>
      <dgm:spPr/>
    </dgm:pt>
    <dgm:pt modelId="{303567CB-FABC-4A6B-B44E-13DE6DA6EFD8}" type="pres">
      <dgm:prSet presAssocID="{5EFAADBE-76D0-445A-A2F1-70D908DDF53B}" presName="sibTrans" presStyleCnt="0"/>
      <dgm:spPr/>
    </dgm:pt>
    <dgm:pt modelId="{B51464D8-1C63-4009-A341-A7F171E640A3}" type="pres">
      <dgm:prSet presAssocID="{2750829F-9B7B-45F1-BA34-1DFA64555BE7}" presName="node" presStyleLbl="node1" presStyleIdx="4" presStyleCnt="10">
        <dgm:presLayoutVars>
          <dgm:bulletEnabled val="1"/>
        </dgm:presLayoutVars>
      </dgm:prSet>
      <dgm:spPr/>
    </dgm:pt>
    <dgm:pt modelId="{AB83DC1A-0A8F-46C4-9037-8FD7BB3DE466}" type="pres">
      <dgm:prSet presAssocID="{9A4C770B-DA96-496D-A8DD-B6983D189759}" presName="sibTrans" presStyleCnt="0"/>
      <dgm:spPr/>
    </dgm:pt>
    <dgm:pt modelId="{21491FF5-8144-4C04-9826-E319B4197C59}" type="pres">
      <dgm:prSet presAssocID="{110BBB78-E51C-46DA-9FE9-89F7E5C39950}" presName="node" presStyleLbl="node1" presStyleIdx="5" presStyleCnt="10">
        <dgm:presLayoutVars>
          <dgm:bulletEnabled val="1"/>
        </dgm:presLayoutVars>
      </dgm:prSet>
      <dgm:spPr/>
    </dgm:pt>
    <dgm:pt modelId="{C855F05B-3C99-40A8-A279-935D21C26AF0}" type="pres">
      <dgm:prSet presAssocID="{3D61009C-546D-4634-A4E3-36520B513D97}" presName="sibTrans" presStyleCnt="0"/>
      <dgm:spPr/>
    </dgm:pt>
    <dgm:pt modelId="{2C47DAC6-3616-4B2E-86FF-8BA84389AC70}" type="pres">
      <dgm:prSet presAssocID="{FD836A81-B87B-4880-82B7-9DE5D1423E64}" presName="node" presStyleLbl="node1" presStyleIdx="6" presStyleCnt="10">
        <dgm:presLayoutVars>
          <dgm:bulletEnabled val="1"/>
        </dgm:presLayoutVars>
      </dgm:prSet>
      <dgm:spPr/>
    </dgm:pt>
    <dgm:pt modelId="{43B6CE18-EFF5-4ACD-80D4-45E8C158C9C4}" type="pres">
      <dgm:prSet presAssocID="{8BBB94E3-43DA-4990-8754-1E96BF3611BA}" presName="sibTrans" presStyleCnt="0"/>
      <dgm:spPr/>
    </dgm:pt>
    <dgm:pt modelId="{AF78C416-4CB4-4583-9430-FAFE30B7AEBB}" type="pres">
      <dgm:prSet presAssocID="{EC2FC4CB-B5E6-4140-80D7-73394B2A70FA}" presName="node" presStyleLbl="node1" presStyleIdx="7" presStyleCnt="10">
        <dgm:presLayoutVars>
          <dgm:bulletEnabled val="1"/>
        </dgm:presLayoutVars>
      </dgm:prSet>
      <dgm:spPr/>
    </dgm:pt>
    <dgm:pt modelId="{5E0BF8D0-9DFF-4BF7-B351-B2FE8B77E9F1}" type="pres">
      <dgm:prSet presAssocID="{8AD4B95B-6BFC-4B70-B65A-6D82C312D4D4}" presName="sibTrans" presStyleCnt="0"/>
      <dgm:spPr/>
    </dgm:pt>
    <dgm:pt modelId="{845F656B-17D6-4DB3-AE78-5F3E7F2C8AF8}" type="pres">
      <dgm:prSet presAssocID="{B1DE1439-0E29-4786-B60F-39B24ECB3389}" presName="node" presStyleLbl="node1" presStyleIdx="8" presStyleCnt="10">
        <dgm:presLayoutVars>
          <dgm:bulletEnabled val="1"/>
        </dgm:presLayoutVars>
      </dgm:prSet>
      <dgm:spPr/>
    </dgm:pt>
    <dgm:pt modelId="{0C559EB1-8212-4061-95F9-F256CF0094FE}" type="pres">
      <dgm:prSet presAssocID="{A607FB73-D5CD-4051-97AB-FACFFC32E3D1}" presName="sibTrans" presStyleCnt="0"/>
      <dgm:spPr/>
    </dgm:pt>
    <dgm:pt modelId="{1AD72C00-1BFB-45F6-9773-016A6ABA24E8}" type="pres">
      <dgm:prSet presAssocID="{082EA4D0-8BB8-4742-AF6B-B3283B6DD05F}" presName="node" presStyleLbl="node1" presStyleIdx="9" presStyleCnt="10">
        <dgm:presLayoutVars>
          <dgm:bulletEnabled val="1"/>
        </dgm:presLayoutVars>
      </dgm:prSet>
      <dgm:spPr/>
    </dgm:pt>
  </dgm:ptLst>
  <dgm:cxnLst>
    <dgm:cxn modelId="{DED91F07-9A7A-4248-A731-C0682EDACA6D}" srcId="{E7D2760C-AFBA-4FE1-8952-5BBEF1F00591}" destId="{082EA4D0-8BB8-4742-AF6B-B3283B6DD05F}" srcOrd="9" destOrd="0" parTransId="{3A0A6798-155D-4F38-9534-1E375C940472}" sibTransId="{37722F20-5881-4298-9E74-258DDE879660}"/>
    <dgm:cxn modelId="{A441BD08-DCC1-4CF3-94EC-79B1445744D6}" type="presOf" srcId="{EC2FC4CB-B5E6-4140-80D7-73394B2A70FA}" destId="{AF78C416-4CB4-4583-9430-FAFE30B7AEBB}" srcOrd="0" destOrd="0" presId="urn:microsoft.com/office/officeart/2005/8/layout/default"/>
    <dgm:cxn modelId="{14474A0E-D37B-452A-8F1A-E3D5D62D6B4F}" srcId="{E7D2760C-AFBA-4FE1-8952-5BBEF1F00591}" destId="{DBE87775-B762-443E-BEF7-DF5EC991657A}" srcOrd="0" destOrd="0" parTransId="{1815CF28-412A-481B-89DF-25B0CA40667D}" sibTransId="{203CDDF7-31A2-45F3-BC44-188285F5FAF7}"/>
    <dgm:cxn modelId="{43A03919-2AE8-4BBD-B974-8C92EFBC2276}" type="presOf" srcId="{D1285167-2559-4C97-AD71-20F0F09376A3}" destId="{516CB6DA-5805-4E83-9BD7-2A500F546750}" srcOrd="0" destOrd="0" presId="urn:microsoft.com/office/officeart/2005/8/layout/default"/>
    <dgm:cxn modelId="{0FFA722A-DD21-458B-9BD7-2D75BCAE6783}" srcId="{E7D2760C-AFBA-4FE1-8952-5BBEF1F00591}" destId="{EC2FC4CB-B5E6-4140-80D7-73394B2A70FA}" srcOrd="7" destOrd="0" parTransId="{4FDB8D54-6E89-46F5-B7B9-B0CFB326D6B8}" sibTransId="{8AD4B95B-6BFC-4B70-B65A-6D82C312D4D4}"/>
    <dgm:cxn modelId="{74A8F05C-2E21-4A93-B7C4-26436D39E4D5}" type="presOf" srcId="{BDCDFD94-C3FB-4D03-9B60-A5E55C910590}" destId="{8113DAC6-4254-4B9B-BB49-3E416EB74AC4}" srcOrd="0" destOrd="0" presId="urn:microsoft.com/office/officeart/2005/8/layout/default"/>
    <dgm:cxn modelId="{CABDF860-FA19-452C-8DBC-0C0B3B874056}" srcId="{E7D2760C-AFBA-4FE1-8952-5BBEF1F00591}" destId="{2750829F-9B7B-45F1-BA34-1DFA64555BE7}" srcOrd="4" destOrd="0" parTransId="{C6F1EA26-A5B3-4951-8351-1041F8E40C4E}" sibTransId="{9A4C770B-DA96-496D-A8DD-B6983D189759}"/>
    <dgm:cxn modelId="{FCB41847-782A-47D9-8862-2289468DB017}" type="presOf" srcId="{B1DE1439-0E29-4786-B60F-39B24ECB3389}" destId="{845F656B-17D6-4DB3-AE78-5F3E7F2C8AF8}" srcOrd="0" destOrd="0" presId="urn:microsoft.com/office/officeart/2005/8/layout/default"/>
    <dgm:cxn modelId="{A831D26A-E275-4E41-8134-C8B0D4267A8D}" type="presOf" srcId="{2750829F-9B7B-45F1-BA34-1DFA64555BE7}" destId="{B51464D8-1C63-4009-A341-A7F171E640A3}" srcOrd="0" destOrd="0" presId="urn:microsoft.com/office/officeart/2005/8/layout/default"/>
    <dgm:cxn modelId="{92C06F50-4603-4557-8182-5F9B1F5A05FB}" srcId="{E7D2760C-AFBA-4FE1-8952-5BBEF1F00591}" destId="{D1285167-2559-4C97-AD71-20F0F09376A3}" srcOrd="2" destOrd="0" parTransId="{7B1809DC-BBD2-46F6-BFD2-5D44D84EE056}" sibTransId="{35650271-6D3A-4C2B-A6FF-93FE949CF1FF}"/>
    <dgm:cxn modelId="{EDED8875-EF1C-426D-9903-43C77CB4232E}" type="presOf" srcId="{DBE87775-B762-443E-BEF7-DF5EC991657A}" destId="{109E3375-9FBD-427C-A07A-492B3A720675}" srcOrd="0" destOrd="0" presId="urn:microsoft.com/office/officeart/2005/8/layout/default"/>
    <dgm:cxn modelId="{5C424A81-F240-4FA7-ABB6-2823F4B873FF}" type="presOf" srcId="{FD836A81-B87B-4880-82B7-9DE5D1423E64}" destId="{2C47DAC6-3616-4B2E-86FF-8BA84389AC70}" srcOrd="0" destOrd="0" presId="urn:microsoft.com/office/officeart/2005/8/layout/default"/>
    <dgm:cxn modelId="{7636768A-C787-47FE-B3B9-88E0D06F72F0}" srcId="{E7D2760C-AFBA-4FE1-8952-5BBEF1F00591}" destId="{1C981BC4-C315-45AC-88B0-1E401A2D555F}" srcOrd="3" destOrd="0" parTransId="{49B34623-75E4-4DD1-935D-1E5CB41E92AA}" sibTransId="{5EFAADBE-76D0-445A-A2F1-70D908DDF53B}"/>
    <dgm:cxn modelId="{408AE094-C2EC-4C75-A2AB-4160D3C5CDDA}" srcId="{E7D2760C-AFBA-4FE1-8952-5BBEF1F00591}" destId="{FD836A81-B87B-4880-82B7-9DE5D1423E64}" srcOrd="6" destOrd="0" parTransId="{2CC71815-854D-4273-8D3E-EF3585572129}" sibTransId="{8BBB94E3-43DA-4990-8754-1E96BF3611BA}"/>
    <dgm:cxn modelId="{62C0A096-466C-43DA-A38C-9785FAA0F6A8}" srcId="{E7D2760C-AFBA-4FE1-8952-5BBEF1F00591}" destId="{110BBB78-E51C-46DA-9FE9-89F7E5C39950}" srcOrd="5" destOrd="0" parTransId="{E51AEE90-6327-4798-BA54-B722FFC55708}" sibTransId="{3D61009C-546D-4634-A4E3-36520B513D97}"/>
    <dgm:cxn modelId="{42E2AAC3-3428-493C-9B95-7730DC8357FD}" type="presOf" srcId="{E7D2760C-AFBA-4FE1-8952-5BBEF1F00591}" destId="{4F7B2B07-F019-43CE-9D89-F740AC180356}" srcOrd="0" destOrd="0" presId="urn:microsoft.com/office/officeart/2005/8/layout/default"/>
    <dgm:cxn modelId="{2498FECA-7FCC-4242-8EB4-6591C7B3EE06}" srcId="{E7D2760C-AFBA-4FE1-8952-5BBEF1F00591}" destId="{B1DE1439-0E29-4786-B60F-39B24ECB3389}" srcOrd="8" destOrd="0" parTransId="{5EB8FE9E-FFFE-49FD-ADA4-ABA63C061F19}" sibTransId="{A607FB73-D5CD-4051-97AB-FACFFC32E3D1}"/>
    <dgm:cxn modelId="{917107D3-4B47-49A1-BE0D-5271A5067809}" srcId="{E7D2760C-AFBA-4FE1-8952-5BBEF1F00591}" destId="{BDCDFD94-C3FB-4D03-9B60-A5E55C910590}" srcOrd="1" destOrd="0" parTransId="{C4AA3E8E-6BA2-40E6-B360-EE44AC574A00}" sibTransId="{2F6C9E5C-7934-4C8F-9E2D-CD1D28E0B1A4}"/>
    <dgm:cxn modelId="{BCC2D1D8-D384-450A-B8FD-B728047BA9BB}" type="presOf" srcId="{082EA4D0-8BB8-4742-AF6B-B3283B6DD05F}" destId="{1AD72C00-1BFB-45F6-9773-016A6ABA24E8}" srcOrd="0" destOrd="0" presId="urn:microsoft.com/office/officeart/2005/8/layout/default"/>
    <dgm:cxn modelId="{CB60E9DE-4643-4F70-8218-5036B48AD8B3}" type="presOf" srcId="{1C981BC4-C315-45AC-88B0-1E401A2D555F}" destId="{76729B8D-A0A8-4A6F-BC6B-A334346EF157}" srcOrd="0" destOrd="0" presId="urn:microsoft.com/office/officeart/2005/8/layout/default"/>
    <dgm:cxn modelId="{D90397F8-F139-4123-AA6C-251D1C72950D}" type="presOf" srcId="{110BBB78-E51C-46DA-9FE9-89F7E5C39950}" destId="{21491FF5-8144-4C04-9826-E319B4197C59}" srcOrd="0" destOrd="0" presId="urn:microsoft.com/office/officeart/2005/8/layout/default"/>
    <dgm:cxn modelId="{7FFEBA76-95D4-4405-AB64-A4E169E84A7F}" type="presParOf" srcId="{4F7B2B07-F019-43CE-9D89-F740AC180356}" destId="{109E3375-9FBD-427C-A07A-492B3A720675}" srcOrd="0" destOrd="0" presId="urn:microsoft.com/office/officeart/2005/8/layout/default"/>
    <dgm:cxn modelId="{DA6C3683-DDA6-45E5-ADC1-B430DDA0CACB}" type="presParOf" srcId="{4F7B2B07-F019-43CE-9D89-F740AC180356}" destId="{33AE1EBC-0207-4863-B7D6-F06755E9E9E8}" srcOrd="1" destOrd="0" presId="urn:microsoft.com/office/officeart/2005/8/layout/default"/>
    <dgm:cxn modelId="{C63C02B2-61EE-4BA4-AECB-B22FE433AFDD}" type="presParOf" srcId="{4F7B2B07-F019-43CE-9D89-F740AC180356}" destId="{8113DAC6-4254-4B9B-BB49-3E416EB74AC4}" srcOrd="2" destOrd="0" presId="urn:microsoft.com/office/officeart/2005/8/layout/default"/>
    <dgm:cxn modelId="{48356F94-5930-4AF2-9D26-94F8B154B44A}" type="presParOf" srcId="{4F7B2B07-F019-43CE-9D89-F740AC180356}" destId="{5F29962D-B45B-4BD7-8E46-C4682209652E}" srcOrd="3" destOrd="0" presId="urn:microsoft.com/office/officeart/2005/8/layout/default"/>
    <dgm:cxn modelId="{20C742C7-6934-4E3B-B52A-32EB400138E6}" type="presParOf" srcId="{4F7B2B07-F019-43CE-9D89-F740AC180356}" destId="{516CB6DA-5805-4E83-9BD7-2A500F546750}" srcOrd="4" destOrd="0" presId="urn:microsoft.com/office/officeart/2005/8/layout/default"/>
    <dgm:cxn modelId="{A2BE176E-006B-4DC0-93A7-96337EDAEA1F}" type="presParOf" srcId="{4F7B2B07-F019-43CE-9D89-F740AC180356}" destId="{6A8940FF-7A19-4680-9BC2-EC618F24E054}" srcOrd="5" destOrd="0" presId="urn:microsoft.com/office/officeart/2005/8/layout/default"/>
    <dgm:cxn modelId="{8DD27D8A-CCF8-4C44-A209-C16800FC4FEF}" type="presParOf" srcId="{4F7B2B07-F019-43CE-9D89-F740AC180356}" destId="{76729B8D-A0A8-4A6F-BC6B-A334346EF157}" srcOrd="6" destOrd="0" presId="urn:microsoft.com/office/officeart/2005/8/layout/default"/>
    <dgm:cxn modelId="{A933410A-46A9-44D2-8EBF-5FA69DF068FD}" type="presParOf" srcId="{4F7B2B07-F019-43CE-9D89-F740AC180356}" destId="{303567CB-FABC-4A6B-B44E-13DE6DA6EFD8}" srcOrd="7" destOrd="0" presId="urn:microsoft.com/office/officeart/2005/8/layout/default"/>
    <dgm:cxn modelId="{4B0B0EC4-BEA0-4BD5-B820-EA5011BDD5DC}" type="presParOf" srcId="{4F7B2B07-F019-43CE-9D89-F740AC180356}" destId="{B51464D8-1C63-4009-A341-A7F171E640A3}" srcOrd="8" destOrd="0" presId="urn:microsoft.com/office/officeart/2005/8/layout/default"/>
    <dgm:cxn modelId="{4094858E-9979-4B1E-A73B-37D253E2F75A}" type="presParOf" srcId="{4F7B2B07-F019-43CE-9D89-F740AC180356}" destId="{AB83DC1A-0A8F-46C4-9037-8FD7BB3DE466}" srcOrd="9" destOrd="0" presId="urn:microsoft.com/office/officeart/2005/8/layout/default"/>
    <dgm:cxn modelId="{7A43EFF6-638B-44D0-B35B-503D8D9BD1E1}" type="presParOf" srcId="{4F7B2B07-F019-43CE-9D89-F740AC180356}" destId="{21491FF5-8144-4C04-9826-E319B4197C59}" srcOrd="10" destOrd="0" presId="urn:microsoft.com/office/officeart/2005/8/layout/default"/>
    <dgm:cxn modelId="{F4939E58-EE69-4DBA-B884-4B94436AAA63}" type="presParOf" srcId="{4F7B2B07-F019-43CE-9D89-F740AC180356}" destId="{C855F05B-3C99-40A8-A279-935D21C26AF0}" srcOrd="11" destOrd="0" presId="urn:microsoft.com/office/officeart/2005/8/layout/default"/>
    <dgm:cxn modelId="{EE70B27A-0244-42AD-81FD-9780982BBE19}" type="presParOf" srcId="{4F7B2B07-F019-43CE-9D89-F740AC180356}" destId="{2C47DAC6-3616-4B2E-86FF-8BA84389AC70}" srcOrd="12" destOrd="0" presId="urn:microsoft.com/office/officeart/2005/8/layout/default"/>
    <dgm:cxn modelId="{71757A6E-BF15-48BE-A5E3-35AC20E50F64}" type="presParOf" srcId="{4F7B2B07-F019-43CE-9D89-F740AC180356}" destId="{43B6CE18-EFF5-4ACD-80D4-45E8C158C9C4}" srcOrd="13" destOrd="0" presId="urn:microsoft.com/office/officeart/2005/8/layout/default"/>
    <dgm:cxn modelId="{BAF04C74-0298-44C5-8248-579751F722AC}" type="presParOf" srcId="{4F7B2B07-F019-43CE-9D89-F740AC180356}" destId="{AF78C416-4CB4-4583-9430-FAFE30B7AEBB}" srcOrd="14" destOrd="0" presId="urn:microsoft.com/office/officeart/2005/8/layout/default"/>
    <dgm:cxn modelId="{0C4DD851-B4E8-40BF-97C0-E74B6F56F2DC}" type="presParOf" srcId="{4F7B2B07-F019-43CE-9D89-F740AC180356}" destId="{5E0BF8D0-9DFF-4BF7-B351-B2FE8B77E9F1}" srcOrd="15" destOrd="0" presId="urn:microsoft.com/office/officeart/2005/8/layout/default"/>
    <dgm:cxn modelId="{299273D3-B5B6-43EA-AD36-A1A480DDAA62}" type="presParOf" srcId="{4F7B2B07-F019-43CE-9D89-F740AC180356}" destId="{845F656B-17D6-4DB3-AE78-5F3E7F2C8AF8}" srcOrd="16" destOrd="0" presId="urn:microsoft.com/office/officeart/2005/8/layout/default"/>
    <dgm:cxn modelId="{9876D898-BA97-4444-9089-F2169E81FFD3}" type="presParOf" srcId="{4F7B2B07-F019-43CE-9D89-F740AC180356}" destId="{0C559EB1-8212-4061-95F9-F256CF0094FE}" srcOrd="17" destOrd="0" presId="urn:microsoft.com/office/officeart/2005/8/layout/default"/>
    <dgm:cxn modelId="{7318B603-7209-4E19-A08E-646C9B8DFBE5}" type="presParOf" srcId="{4F7B2B07-F019-43CE-9D89-F740AC180356}" destId="{1AD72C00-1BFB-45F6-9773-016A6ABA24E8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C959D7-AFB2-412E-A9A8-8287E495D00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D96518-4681-43C1-BC55-5F29AA79884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Acknowledgments</a:t>
          </a:r>
        </a:p>
      </dgm:t>
    </dgm:pt>
    <dgm:pt modelId="{5D036458-05CF-4D3B-920D-E4BF10722A4B}" type="parTrans" cxnId="{5DBDAF83-17B2-4F4A-A724-42CA7B2E0FB9}">
      <dgm:prSet/>
      <dgm:spPr/>
      <dgm:t>
        <a:bodyPr/>
        <a:lstStyle/>
        <a:p>
          <a:endParaRPr lang="en-US"/>
        </a:p>
      </dgm:t>
    </dgm:pt>
    <dgm:pt modelId="{6AF5D3CD-BE64-40B7-B9B5-02146F7D7FE3}" type="sibTrans" cxnId="{5DBDAF83-17B2-4F4A-A724-42CA7B2E0FB9}">
      <dgm:prSet/>
      <dgm:spPr/>
      <dgm:t>
        <a:bodyPr/>
        <a:lstStyle/>
        <a:p>
          <a:endParaRPr lang="en-US"/>
        </a:p>
      </dgm:t>
    </dgm:pt>
    <dgm:pt modelId="{0A232809-A768-40ED-AEC4-453233F6B9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Future Research Directions</a:t>
          </a:r>
        </a:p>
      </dgm:t>
    </dgm:pt>
    <dgm:pt modelId="{7B61E875-759F-4908-AC8F-CFA954C20C7A}" type="parTrans" cxnId="{3A0A436A-5DF1-4E23-905B-BA77369D3EA3}">
      <dgm:prSet/>
      <dgm:spPr/>
      <dgm:t>
        <a:bodyPr/>
        <a:lstStyle/>
        <a:p>
          <a:endParaRPr lang="en-US"/>
        </a:p>
      </dgm:t>
    </dgm:pt>
    <dgm:pt modelId="{843CA322-6ABB-46EC-A35C-5E813D84B9F5}" type="sibTrans" cxnId="{3A0A436A-5DF1-4E23-905B-BA77369D3EA3}">
      <dgm:prSet/>
      <dgm:spPr/>
      <dgm:t>
        <a:bodyPr/>
        <a:lstStyle/>
        <a:p>
          <a:endParaRPr lang="en-US"/>
        </a:p>
      </dgm:t>
    </dgm:pt>
    <dgm:pt modelId="{04932ACF-9506-45FB-8F4D-F8AEAA8ED20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Q&amp;A Session</a:t>
          </a:r>
        </a:p>
      </dgm:t>
    </dgm:pt>
    <dgm:pt modelId="{45391340-18A6-4DBC-82B4-C51CEAE8C22B}" type="parTrans" cxnId="{C5E7A75C-588B-497D-97B5-F059549DFE31}">
      <dgm:prSet/>
      <dgm:spPr/>
      <dgm:t>
        <a:bodyPr/>
        <a:lstStyle/>
        <a:p>
          <a:endParaRPr lang="en-US"/>
        </a:p>
      </dgm:t>
    </dgm:pt>
    <dgm:pt modelId="{E7BFC7BF-173A-440F-8791-3A6277D200E4}" type="sibTrans" cxnId="{C5E7A75C-588B-497D-97B5-F059549DFE31}">
      <dgm:prSet/>
      <dgm:spPr/>
      <dgm:t>
        <a:bodyPr/>
        <a:lstStyle/>
        <a:p>
          <a:endParaRPr lang="en-US"/>
        </a:p>
      </dgm:t>
    </dgm:pt>
    <dgm:pt modelId="{77BDDDF9-569E-4405-8AF8-E30A1A77F1B5}" type="pres">
      <dgm:prSet presAssocID="{ECC959D7-AFB2-412E-A9A8-8287E495D001}" presName="root" presStyleCnt="0">
        <dgm:presLayoutVars>
          <dgm:dir/>
          <dgm:resizeHandles val="exact"/>
        </dgm:presLayoutVars>
      </dgm:prSet>
      <dgm:spPr/>
    </dgm:pt>
    <dgm:pt modelId="{C884D9F8-0F76-4F7B-8CCD-7700477126AC}" type="pres">
      <dgm:prSet presAssocID="{C6D96518-4681-43C1-BC55-5F29AA798847}" presName="compNode" presStyleCnt="0"/>
      <dgm:spPr/>
    </dgm:pt>
    <dgm:pt modelId="{C8BF72E5-D1F3-48B7-A8F8-906C1CEF9560}" type="pres">
      <dgm:prSet presAssocID="{C6D96518-4681-43C1-BC55-5F29AA79884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EB41FD81-9311-4302-AC69-7932B1CCCEFF}" type="pres">
      <dgm:prSet presAssocID="{C6D96518-4681-43C1-BC55-5F29AA798847}" presName="spaceRect" presStyleCnt="0"/>
      <dgm:spPr/>
    </dgm:pt>
    <dgm:pt modelId="{01F4C060-0548-489E-8409-F41307866BF6}" type="pres">
      <dgm:prSet presAssocID="{C6D96518-4681-43C1-BC55-5F29AA798847}" presName="textRect" presStyleLbl="revTx" presStyleIdx="0" presStyleCnt="3">
        <dgm:presLayoutVars>
          <dgm:chMax val="1"/>
          <dgm:chPref val="1"/>
        </dgm:presLayoutVars>
      </dgm:prSet>
      <dgm:spPr/>
    </dgm:pt>
    <dgm:pt modelId="{5C7CDB0E-F16D-4E24-8957-38B7281823C2}" type="pres">
      <dgm:prSet presAssocID="{6AF5D3CD-BE64-40B7-B9B5-02146F7D7FE3}" presName="sibTrans" presStyleCnt="0"/>
      <dgm:spPr/>
    </dgm:pt>
    <dgm:pt modelId="{49337B2D-1C54-49DB-96B9-7640C58C6500}" type="pres">
      <dgm:prSet presAssocID="{0A232809-A768-40ED-AEC4-453233F6B9BF}" presName="compNode" presStyleCnt="0"/>
      <dgm:spPr/>
    </dgm:pt>
    <dgm:pt modelId="{7576F9D9-FDD4-4C31-82C9-6C6A32563ADB}" type="pres">
      <dgm:prSet presAssocID="{0A232809-A768-40ED-AEC4-453233F6B9B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BF25E529-AC28-48E1-864B-DEE3600F7D4A}" type="pres">
      <dgm:prSet presAssocID="{0A232809-A768-40ED-AEC4-453233F6B9BF}" presName="spaceRect" presStyleCnt="0"/>
      <dgm:spPr/>
    </dgm:pt>
    <dgm:pt modelId="{3DA8C264-4EF6-4530-B6C1-674D404CB0A5}" type="pres">
      <dgm:prSet presAssocID="{0A232809-A768-40ED-AEC4-453233F6B9BF}" presName="textRect" presStyleLbl="revTx" presStyleIdx="1" presStyleCnt="3">
        <dgm:presLayoutVars>
          <dgm:chMax val="1"/>
          <dgm:chPref val="1"/>
        </dgm:presLayoutVars>
      </dgm:prSet>
      <dgm:spPr/>
    </dgm:pt>
    <dgm:pt modelId="{DE4DC082-6CC9-45AC-9983-B8C2642E671F}" type="pres">
      <dgm:prSet presAssocID="{843CA322-6ABB-46EC-A35C-5E813D84B9F5}" presName="sibTrans" presStyleCnt="0"/>
      <dgm:spPr/>
    </dgm:pt>
    <dgm:pt modelId="{4A2E4AD5-3058-4CF3-A472-52D7418E071D}" type="pres">
      <dgm:prSet presAssocID="{04932ACF-9506-45FB-8F4D-F8AEAA8ED203}" presName="compNode" presStyleCnt="0"/>
      <dgm:spPr/>
    </dgm:pt>
    <dgm:pt modelId="{D8587FFC-9E2B-4C69-B535-AFF6C99595B1}" type="pres">
      <dgm:prSet presAssocID="{04932ACF-9506-45FB-8F4D-F8AEAA8ED20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CFFBC374-8DEF-47E7-A19F-BEA8E6896D7E}" type="pres">
      <dgm:prSet presAssocID="{04932ACF-9506-45FB-8F4D-F8AEAA8ED203}" presName="spaceRect" presStyleCnt="0"/>
      <dgm:spPr/>
    </dgm:pt>
    <dgm:pt modelId="{3469634D-451E-4039-8FDA-6D6687B6E891}" type="pres">
      <dgm:prSet presAssocID="{04932ACF-9506-45FB-8F4D-F8AEAA8ED20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C133C2C-2CA4-4AFE-B690-C93145F6C719}" type="presOf" srcId="{ECC959D7-AFB2-412E-A9A8-8287E495D001}" destId="{77BDDDF9-569E-4405-8AF8-E30A1A77F1B5}" srcOrd="0" destOrd="0" presId="urn:microsoft.com/office/officeart/2018/2/layout/IconLabelList"/>
    <dgm:cxn modelId="{820E432D-E1E2-47BD-AC31-278A68F74935}" type="presOf" srcId="{0A232809-A768-40ED-AEC4-453233F6B9BF}" destId="{3DA8C264-4EF6-4530-B6C1-674D404CB0A5}" srcOrd="0" destOrd="0" presId="urn:microsoft.com/office/officeart/2018/2/layout/IconLabelList"/>
    <dgm:cxn modelId="{2FA41F5B-A1D3-4456-BD24-7FD97EE7A7DD}" type="presOf" srcId="{04932ACF-9506-45FB-8F4D-F8AEAA8ED203}" destId="{3469634D-451E-4039-8FDA-6D6687B6E891}" srcOrd="0" destOrd="0" presId="urn:microsoft.com/office/officeart/2018/2/layout/IconLabelList"/>
    <dgm:cxn modelId="{C5E7A75C-588B-497D-97B5-F059549DFE31}" srcId="{ECC959D7-AFB2-412E-A9A8-8287E495D001}" destId="{04932ACF-9506-45FB-8F4D-F8AEAA8ED203}" srcOrd="2" destOrd="0" parTransId="{45391340-18A6-4DBC-82B4-C51CEAE8C22B}" sibTransId="{E7BFC7BF-173A-440F-8791-3A6277D200E4}"/>
    <dgm:cxn modelId="{3A0A436A-5DF1-4E23-905B-BA77369D3EA3}" srcId="{ECC959D7-AFB2-412E-A9A8-8287E495D001}" destId="{0A232809-A768-40ED-AEC4-453233F6B9BF}" srcOrd="1" destOrd="0" parTransId="{7B61E875-759F-4908-AC8F-CFA954C20C7A}" sibTransId="{843CA322-6ABB-46EC-A35C-5E813D84B9F5}"/>
    <dgm:cxn modelId="{5DBDAF83-17B2-4F4A-A724-42CA7B2E0FB9}" srcId="{ECC959D7-AFB2-412E-A9A8-8287E495D001}" destId="{C6D96518-4681-43C1-BC55-5F29AA798847}" srcOrd="0" destOrd="0" parTransId="{5D036458-05CF-4D3B-920D-E4BF10722A4B}" sibTransId="{6AF5D3CD-BE64-40B7-B9B5-02146F7D7FE3}"/>
    <dgm:cxn modelId="{0B360FB4-6CC5-4C8A-A8A1-03D0EE47F06E}" type="presOf" srcId="{C6D96518-4681-43C1-BC55-5F29AA798847}" destId="{01F4C060-0548-489E-8409-F41307866BF6}" srcOrd="0" destOrd="0" presId="urn:microsoft.com/office/officeart/2018/2/layout/IconLabelList"/>
    <dgm:cxn modelId="{635B7370-BD90-4CBA-AADF-3D829A848649}" type="presParOf" srcId="{77BDDDF9-569E-4405-8AF8-E30A1A77F1B5}" destId="{C884D9F8-0F76-4F7B-8CCD-7700477126AC}" srcOrd="0" destOrd="0" presId="urn:microsoft.com/office/officeart/2018/2/layout/IconLabelList"/>
    <dgm:cxn modelId="{365C6514-CC4D-46C2-B72E-784D735C909C}" type="presParOf" srcId="{C884D9F8-0F76-4F7B-8CCD-7700477126AC}" destId="{C8BF72E5-D1F3-48B7-A8F8-906C1CEF9560}" srcOrd="0" destOrd="0" presId="urn:microsoft.com/office/officeart/2018/2/layout/IconLabelList"/>
    <dgm:cxn modelId="{215ED0A9-5E19-4EDD-906C-4B3807909181}" type="presParOf" srcId="{C884D9F8-0F76-4F7B-8CCD-7700477126AC}" destId="{EB41FD81-9311-4302-AC69-7932B1CCCEFF}" srcOrd="1" destOrd="0" presId="urn:microsoft.com/office/officeart/2018/2/layout/IconLabelList"/>
    <dgm:cxn modelId="{B77CA017-351D-4994-9597-10C3FA58D622}" type="presParOf" srcId="{C884D9F8-0F76-4F7B-8CCD-7700477126AC}" destId="{01F4C060-0548-489E-8409-F41307866BF6}" srcOrd="2" destOrd="0" presId="urn:microsoft.com/office/officeart/2018/2/layout/IconLabelList"/>
    <dgm:cxn modelId="{7CA3C2A0-B2A7-4BB4-9B5E-7AE1D008FA70}" type="presParOf" srcId="{77BDDDF9-569E-4405-8AF8-E30A1A77F1B5}" destId="{5C7CDB0E-F16D-4E24-8957-38B7281823C2}" srcOrd="1" destOrd="0" presId="urn:microsoft.com/office/officeart/2018/2/layout/IconLabelList"/>
    <dgm:cxn modelId="{B6DB5AAD-D94D-4390-ABA5-94546C8E0299}" type="presParOf" srcId="{77BDDDF9-569E-4405-8AF8-E30A1A77F1B5}" destId="{49337B2D-1C54-49DB-96B9-7640C58C6500}" srcOrd="2" destOrd="0" presId="urn:microsoft.com/office/officeart/2018/2/layout/IconLabelList"/>
    <dgm:cxn modelId="{A895CC03-5665-4DC7-8EDD-3D3143A0C9D3}" type="presParOf" srcId="{49337B2D-1C54-49DB-96B9-7640C58C6500}" destId="{7576F9D9-FDD4-4C31-82C9-6C6A32563ADB}" srcOrd="0" destOrd="0" presId="urn:microsoft.com/office/officeart/2018/2/layout/IconLabelList"/>
    <dgm:cxn modelId="{310081C4-BD16-4FBD-8464-83286DD005B4}" type="presParOf" srcId="{49337B2D-1C54-49DB-96B9-7640C58C6500}" destId="{BF25E529-AC28-48E1-864B-DEE3600F7D4A}" srcOrd="1" destOrd="0" presId="urn:microsoft.com/office/officeart/2018/2/layout/IconLabelList"/>
    <dgm:cxn modelId="{70E5B616-5E2E-44EE-B193-8D81AD358FCA}" type="presParOf" srcId="{49337B2D-1C54-49DB-96B9-7640C58C6500}" destId="{3DA8C264-4EF6-4530-B6C1-674D404CB0A5}" srcOrd="2" destOrd="0" presId="urn:microsoft.com/office/officeart/2018/2/layout/IconLabelList"/>
    <dgm:cxn modelId="{8C73668E-3EB1-4CB2-8C8D-A7096F629498}" type="presParOf" srcId="{77BDDDF9-569E-4405-8AF8-E30A1A77F1B5}" destId="{DE4DC082-6CC9-45AC-9983-B8C2642E671F}" srcOrd="3" destOrd="0" presId="urn:microsoft.com/office/officeart/2018/2/layout/IconLabelList"/>
    <dgm:cxn modelId="{FBB7ECA3-52EC-45FC-8A5B-C0C8926CAB44}" type="presParOf" srcId="{77BDDDF9-569E-4405-8AF8-E30A1A77F1B5}" destId="{4A2E4AD5-3058-4CF3-A472-52D7418E071D}" srcOrd="4" destOrd="0" presId="urn:microsoft.com/office/officeart/2018/2/layout/IconLabelList"/>
    <dgm:cxn modelId="{6A2B270A-034F-4467-9F6A-A8AC466901C4}" type="presParOf" srcId="{4A2E4AD5-3058-4CF3-A472-52D7418E071D}" destId="{D8587FFC-9E2B-4C69-B535-AFF6C99595B1}" srcOrd="0" destOrd="0" presId="urn:microsoft.com/office/officeart/2018/2/layout/IconLabelList"/>
    <dgm:cxn modelId="{7EAA6982-D416-42B7-A456-90753BF0A26A}" type="presParOf" srcId="{4A2E4AD5-3058-4CF3-A472-52D7418E071D}" destId="{CFFBC374-8DEF-47E7-A19F-BEA8E6896D7E}" srcOrd="1" destOrd="0" presId="urn:microsoft.com/office/officeart/2018/2/layout/IconLabelList"/>
    <dgm:cxn modelId="{94079473-F1C3-42F6-9F02-D1A9F5A606F3}" type="presParOf" srcId="{4A2E4AD5-3058-4CF3-A472-52D7418E071D}" destId="{3469634D-451E-4039-8FDA-6D6687B6E89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A95ED0A-2DF6-45E6-A1BE-AB9955452F1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71035AC6-94D8-4965-9F00-9B7735400D1A}">
      <dgm:prSet/>
      <dgm:spPr/>
      <dgm:t>
        <a:bodyPr/>
        <a:lstStyle/>
        <a:p>
          <a:r>
            <a:rPr lang="en-US" b="1"/>
            <a:t>Experiment Overview: </a:t>
          </a:r>
          <a:r>
            <a:rPr lang="en-US"/>
            <a:t>Conducted over two weeks, the study focused on measuring break impact on productivity and engagement.</a:t>
          </a:r>
        </a:p>
      </dgm:t>
    </dgm:pt>
    <dgm:pt modelId="{FABF0121-59DA-4976-B9D9-B2E3418F288D}" type="parTrans" cxnId="{5EDF2871-699A-4D14-935D-AFA1D1F3277E}">
      <dgm:prSet/>
      <dgm:spPr/>
      <dgm:t>
        <a:bodyPr/>
        <a:lstStyle/>
        <a:p>
          <a:endParaRPr lang="en-US"/>
        </a:p>
      </dgm:t>
    </dgm:pt>
    <dgm:pt modelId="{2C730B8B-EC7A-4F1B-B7AE-244EE7A0F079}" type="sibTrans" cxnId="{5EDF2871-699A-4D14-935D-AFA1D1F3277E}">
      <dgm:prSet/>
      <dgm:spPr/>
      <dgm:t>
        <a:bodyPr/>
        <a:lstStyle/>
        <a:p>
          <a:endParaRPr lang="en-US"/>
        </a:p>
      </dgm:t>
    </dgm:pt>
    <dgm:pt modelId="{4C9E2C22-FD54-4DFF-A706-91E6264AF2A5}">
      <dgm:prSet/>
      <dgm:spPr/>
      <dgm:t>
        <a:bodyPr/>
        <a:lstStyle/>
        <a:p>
          <a:r>
            <a:rPr lang="en-US" b="1"/>
            <a:t>Key Findings: </a:t>
          </a:r>
          <a:r>
            <a:rPr lang="en-US"/>
            <a:t>Results indicate structured breaks significantly enhance productivity, work-life balance, and employee job satisfaction levels.</a:t>
          </a:r>
        </a:p>
      </dgm:t>
    </dgm:pt>
    <dgm:pt modelId="{342884C1-8767-49A5-A812-9F1F8EE693E7}" type="parTrans" cxnId="{595DE34F-65D1-4609-8D2A-1EA77F526A8B}">
      <dgm:prSet/>
      <dgm:spPr/>
      <dgm:t>
        <a:bodyPr/>
        <a:lstStyle/>
        <a:p>
          <a:endParaRPr lang="en-US"/>
        </a:p>
      </dgm:t>
    </dgm:pt>
    <dgm:pt modelId="{96EC69E7-32B4-4231-BC99-AC63E39BA842}" type="sibTrans" cxnId="{595DE34F-65D1-4609-8D2A-1EA77F526A8B}">
      <dgm:prSet/>
      <dgm:spPr/>
      <dgm:t>
        <a:bodyPr/>
        <a:lstStyle/>
        <a:p>
          <a:endParaRPr lang="en-US"/>
        </a:p>
      </dgm:t>
    </dgm:pt>
    <dgm:pt modelId="{64898279-4231-4C62-ADCE-815E510591A5}">
      <dgm:prSet/>
      <dgm:spPr/>
      <dgm:t>
        <a:bodyPr/>
        <a:lstStyle/>
        <a:p>
          <a:r>
            <a:rPr lang="en-US" b="1"/>
            <a:t>Importance of Leadership: </a:t>
          </a:r>
          <a:r>
            <a:rPr lang="en-US"/>
            <a:t>Effective leadership support is crucial in promoting a culture that prioritizes regular breaks for employees.</a:t>
          </a:r>
        </a:p>
      </dgm:t>
    </dgm:pt>
    <dgm:pt modelId="{036E9DEA-AADE-4B9E-897C-431394EFD611}" type="parTrans" cxnId="{B3156371-A0A1-47BC-964C-B0D9FDC8D49D}">
      <dgm:prSet/>
      <dgm:spPr/>
      <dgm:t>
        <a:bodyPr/>
        <a:lstStyle/>
        <a:p>
          <a:endParaRPr lang="en-US"/>
        </a:p>
      </dgm:t>
    </dgm:pt>
    <dgm:pt modelId="{E848288E-F711-4AA8-A8EC-F7DB21911BD3}" type="sibTrans" cxnId="{B3156371-A0A1-47BC-964C-B0D9FDC8D49D}">
      <dgm:prSet/>
      <dgm:spPr/>
      <dgm:t>
        <a:bodyPr/>
        <a:lstStyle/>
        <a:p>
          <a:endParaRPr lang="en-US"/>
        </a:p>
      </dgm:t>
    </dgm:pt>
    <dgm:pt modelId="{540D6CBE-719A-4B76-ACB1-8C6BDEF6068B}" type="pres">
      <dgm:prSet presAssocID="{6A95ED0A-2DF6-45E6-A1BE-AB9955452F10}" presName="root" presStyleCnt="0">
        <dgm:presLayoutVars>
          <dgm:dir/>
          <dgm:resizeHandles val="exact"/>
        </dgm:presLayoutVars>
      </dgm:prSet>
      <dgm:spPr/>
    </dgm:pt>
    <dgm:pt modelId="{205C60CE-6DD2-49FD-A054-9AF64E2BA674}" type="pres">
      <dgm:prSet presAssocID="{71035AC6-94D8-4965-9F00-9B7735400D1A}" presName="compNode" presStyleCnt="0"/>
      <dgm:spPr/>
    </dgm:pt>
    <dgm:pt modelId="{5E7DFB4C-97FD-4EDE-9353-6A0611B43B7A}" type="pres">
      <dgm:prSet presAssocID="{71035AC6-94D8-4965-9F00-9B7735400D1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34CB733E-594B-43D4-90A0-F9C766E7D511}" type="pres">
      <dgm:prSet presAssocID="{71035AC6-94D8-4965-9F00-9B7735400D1A}" presName="spaceRect" presStyleCnt="0"/>
      <dgm:spPr/>
    </dgm:pt>
    <dgm:pt modelId="{626F0BC6-EE0D-4720-B9BF-57EC4F2FC656}" type="pres">
      <dgm:prSet presAssocID="{71035AC6-94D8-4965-9F00-9B7735400D1A}" presName="textRect" presStyleLbl="revTx" presStyleIdx="0" presStyleCnt="3">
        <dgm:presLayoutVars>
          <dgm:chMax val="1"/>
          <dgm:chPref val="1"/>
        </dgm:presLayoutVars>
      </dgm:prSet>
      <dgm:spPr/>
    </dgm:pt>
    <dgm:pt modelId="{B2F11399-6119-4529-A7E3-307EDCC06162}" type="pres">
      <dgm:prSet presAssocID="{2C730B8B-EC7A-4F1B-B7AE-244EE7A0F079}" presName="sibTrans" presStyleCnt="0"/>
      <dgm:spPr/>
    </dgm:pt>
    <dgm:pt modelId="{01866D2A-E808-493F-847A-5240AE2F42CC}" type="pres">
      <dgm:prSet presAssocID="{4C9E2C22-FD54-4DFF-A706-91E6264AF2A5}" presName="compNode" presStyleCnt="0"/>
      <dgm:spPr/>
    </dgm:pt>
    <dgm:pt modelId="{9DB6C243-64C4-4DC3-98D9-9DA888AADBBD}" type="pres">
      <dgm:prSet presAssocID="{4C9E2C22-FD54-4DFF-A706-91E6264AF2A5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7D9773BF-F528-495B-BC75-6732A7BBABC9}" type="pres">
      <dgm:prSet presAssocID="{4C9E2C22-FD54-4DFF-A706-91E6264AF2A5}" presName="spaceRect" presStyleCnt="0"/>
      <dgm:spPr/>
    </dgm:pt>
    <dgm:pt modelId="{37FD4CD2-B5FE-4D1F-BF65-5DE2C6FD9DD3}" type="pres">
      <dgm:prSet presAssocID="{4C9E2C22-FD54-4DFF-A706-91E6264AF2A5}" presName="textRect" presStyleLbl="revTx" presStyleIdx="1" presStyleCnt="3">
        <dgm:presLayoutVars>
          <dgm:chMax val="1"/>
          <dgm:chPref val="1"/>
        </dgm:presLayoutVars>
      </dgm:prSet>
      <dgm:spPr/>
    </dgm:pt>
    <dgm:pt modelId="{147E9F52-748D-4EC6-845D-733CCACC7FDF}" type="pres">
      <dgm:prSet presAssocID="{96EC69E7-32B4-4231-BC99-AC63E39BA842}" presName="sibTrans" presStyleCnt="0"/>
      <dgm:spPr/>
    </dgm:pt>
    <dgm:pt modelId="{242179C8-5D98-4915-863E-D1C4F76E8914}" type="pres">
      <dgm:prSet presAssocID="{64898279-4231-4C62-ADCE-815E510591A5}" presName="compNode" presStyleCnt="0"/>
      <dgm:spPr/>
    </dgm:pt>
    <dgm:pt modelId="{4F5DAF09-7347-4371-835E-A8B3D0D0627C}" type="pres">
      <dgm:prSet presAssocID="{64898279-4231-4C62-ADCE-815E510591A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ecturer"/>
        </a:ext>
      </dgm:extLst>
    </dgm:pt>
    <dgm:pt modelId="{79A04FFC-25F3-4D15-A5E0-185B08247F6E}" type="pres">
      <dgm:prSet presAssocID="{64898279-4231-4C62-ADCE-815E510591A5}" presName="spaceRect" presStyleCnt="0"/>
      <dgm:spPr/>
    </dgm:pt>
    <dgm:pt modelId="{4F489BE0-CC01-4DBB-A7EC-579E212680C9}" type="pres">
      <dgm:prSet presAssocID="{64898279-4231-4C62-ADCE-815E510591A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7E5A0F-E0A5-4009-8618-D5788ADE47E8}" type="presOf" srcId="{71035AC6-94D8-4965-9F00-9B7735400D1A}" destId="{626F0BC6-EE0D-4720-B9BF-57EC4F2FC656}" srcOrd="0" destOrd="0" presId="urn:microsoft.com/office/officeart/2018/2/layout/IconLabelList"/>
    <dgm:cxn modelId="{595DE34F-65D1-4609-8D2A-1EA77F526A8B}" srcId="{6A95ED0A-2DF6-45E6-A1BE-AB9955452F10}" destId="{4C9E2C22-FD54-4DFF-A706-91E6264AF2A5}" srcOrd="1" destOrd="0" parTransId="{342884C1-8767-49A5-A812-9F1F8EE693E7}" sibTransId="{96EC69E7-32B4-4231-BC99-AC63E39BA842}"/>
    <dgm:cxn modelId="{5EDF2871-699A-4D14-935D-AFA1D1F3277E}" srcId="{6A95ED0A-2DF6-45E6-A1BE-AB9955452F10}" destId="{71035AC6-94D8-4965-9F00-9B7735400D1A}" srcOrd="0" destOrd="0" parTransId="{FABF0121-59DA-4976-B9D9-B2E3418F288D}" sibTransId="{2C730B8B-EC7A-4F1B-B7AE-244EE7A0F079}"/>
    <dgm:cxn modelId="{B3156371-A0A1-47BC-964C-B0D9FDC8D49D}" srcId="{6A95ED0A-2DF6-45E6-A1BE-AB9955452F10}" destId="{64898279-4231-4C62-ADCE-815E510591A5}" srcOrd="2" destOrd="0" parTransId="{036E9DEA-AADE-4B9E-897C-431394EFD611}" sibTransId="{E848288E-F711-4AA8-A8EC-F7DB21911BD3}"/>
    <dgm:cxn modelId="{9A16C071-7F38-409C-828C-4216C708C4CA}" type="presOf" srcId="{4C9E2C22-FD54-4DFF-A706-91E6264AF2A5}" destId="{37FD4CD2-B5FE-4D1F-BF65-5DE2C6FD9DD3}" srcOrd="0" destOrd="0" presId="urn:microsoft.com/office/officeart/2018/2/layout/IconLabelList"/>
    <dgm:cxn modelId="{AAA934B2-9543-46FE-9D1E-6EC65C2408AF}" type="presOf" srcId="{64898279-4231-4C62-ADCE-815E510591A5}" destId="{4F489BE0-CC01-4DBB-A7EC-579E212680C9}" srcOrd="0" destOrd="0" presId="urn:microsoft.com/office/officeart/2018/2/layout/IconLabelList"/>
    <dgm:cxn modelId="{F11845B5-7CCD-4058-9ACE-A8189835C2B7}" type="presOf" srcId="{6A95ED0A-2DF6-45E6-A1BE-AB9955452F10}" destId="{540D6CBE-719A-4B76-ACB1-8C6BDEF6068B}" srcOrd="0" destOrd="0" presId="urn:microsoft.com/office/officeart/2018/2/layout/IconLabelList"/>
    <dgm:cxn modelId="{FCFD6EFB-DBCB-48E4-BAFB-FABFF68D60DD}" type="presParOf" srcId="{540D6CBE-719A-4B76-ACB1-8C6BDEF6068B}" destId="{205C60CE-6DD2-49FD-A054-9AF64E2BA674}" srcOrd="0" destOrd="0" presId="urn:microsoft.com/office/officeart/2018/2/layout/IconLabelList"/>
    <dgm:cxn modelId="{04D11E94-3644-4FC3-9D4C-99EA62E1CADE}" type="presParOf" srcId="{205C60CE-6DD2-49FD-A054-9AF64E2BA674}" destId="{5E7DFB4C-97FD-4EDE-9353-6A0611B43B7A}" srcOrd="0" destOrd="0" presId="urn:microsoft.com/office/officeart/2018/2/layout/IconLabelList"/>
    <dgm:cxn modelId="{F40F6C3E-6D53-4DA2-B08C-B6F1CDEDEB9F}" type="presParOf" srcId="{205C60CE-6DD2-49FD-A054-9AF64E2BA674}" destId="{34CB733E-594B-43D4-90A0-F9C766E7D511}" srcOrd="1" destOrd="0" presId="urn:microsoft.com/office/officeart/2018/2/layout/IconLabelList"/>
    <dgm:cxn modelId="{F04B5B91-AB86-4505-9344-CF980929AB62}" type="presParOf" srcId="{205C60CE-6DD2-49FD-A054-9AF64E2BA674}" destId="{626F0BC6-EE0D-4720-B9BF-57EC4F2FC656}" srcOrd="2" destOrd="0" presId="urn:microsoft.com/office/officeart/2018/2/layout/IconLabelList"/>
    <dgm:cxn modelId="{BA74C3E8-13FA-4964-8C70-6DE87F5D032F}" type="presParOf" srcId="{540D6CBE-719A-4B76-ACB1-8C6BDEF6068B}" destId="{B2F11399-6119-4529-A7E3-307EDCC06162}" srcOrd="1" destOrd="0" presId="urn:microsoft.com/office/officeart/2018/2/layout/IconLabelList"/>
    <dgm:cxn modelId="{DAE33B10-B79C-4D37-ABCD-00B1348B8E2E}" type="presParOf" srcId="{540D6CBE-719A-4B76-ACB1-8C6BDEF6068B}" destId="{01866D2A-E808-493F-847A-5240AE2F42CC}" srcOrd="2" destOrd="0" presId="urn:microsoft.com/office/officeart/2018/2/layout/IconLabelList"/>
    <dgm:cxn modelId="{6DE39063-9583-4F97-971F-57661DEDB5AF}" type="presParOf" srcId="{01866D2A-E808-493F-847A-5240AE2F42CC}" destId="{9DB6C243-64C4-4DC3-98D9-9DA888AADBBD}" srcOrd="0" destOrd="0" presId="urn:microsoft.com/office/officeart/2018/2/layout/IconLabelList"/>
    <dgm:cxn modelId="{41F04AB8-2CF0-4D66-92ED-4AB1487969A4}" type="presParOf" srcId="{01866D2A-E808-493F-847A-5240AE2F42CC}" destId="{7D9773BF-F528-495B-BC75-6732A7BBABC9}" srcOrd="1" destOrd="0" presId="urn:microsoft.com/office/officeart/2018/2/layout/IconLabelList"/>
    <dgm:cxn modelId="{51327AA0-0D47-4E0B-A95B-E4E48E64A484}" type="presParOf" srcId="{01866D2A-E808-493F-847A-5240AE2F42CC}" destId="{37FD4CD2-B5FE-4D1F-BF65-5DE2C6FD9DD3}" srcOrd="2" destOrd="0" presId="urn:microsoft.com/office/officeart/2018/2/layout/IconLabelList"/>
    <dgm:cxn modelId="{EEC0DDC5-23E2-4A13-BAD9-23D19700B4B6}" type="presParOf" srcId="{540D6CBE-719A-4B76-ACB1-8C6BDEF6068B}" destId="{147E9F52-748D-4EC6-845D-733CCACC7FDF}" srcOrd="3" destOrd="0" presId="urn:microsoft.com/office/officeart/2018/2/layout/IconLabelList"/>
    <dgm:cxn modelId="{9A502992-4CBD-47B1-A3B2-CC9F671FCE3C}" type="presParOf" srcId="{540D6CBE-719A-4B76-ACB1-8C6BDEF6068B}" destId="{242179C8-5D98-4915-863E-D1C4F76E8914}" srcOrd="4" destOrd="0" presId="urn:microsoft.com/office/officeart/2018/2/layout/IconLabelList"/>
    <dgm:cxn modelId="{7ABAB6A2-4213-470F-AB50-649D224FDF05}" type="presParOf" srcId="{242179C8-5D98-4915-863E-D1C4F76E8914}" destId="{4F5DAF09-7347-4371-835E-A8B3D0D0627C}" srcOrd="0" destOrd="0" presId="urn:microsoft.com/office/officeart/2018/2/layout/IconLabelList"/>
    <dgm:cxn modelId="{062F6576-4241-4930-9A43-F1573312BF26}" type="presParOf" srcId="{242179C8-5D98-4915-863E-D1C4F76E8914}" destId="{79A04FFC-25F3-4D15-A5E0-185B08247F6E}" srcOrd="1" destOrd="0" presId="urn:microsoft.com/office/officeart/2018/2/layout/IconLabelList"/>
    <dgm:cxn modelId="{D0160414-A8F6-4501-BE64-83539933A075}" type="presParOf" srcId="{242179C8-5D98-4915-863E-D1C4F76E8914}" destId="{4F489BE0-CC01-4DBB-A7EC-579E212680C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44E293-1D38-4CB3-9D9F-73CA661533C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0483D7B-1F81-4FC9-ABFF-C70FC78848B8}">
      <dgm:prSet/>
      <dgm:spPr/>
      <dgm:t>
        <a:bodyPr/>
        <a:lstStyle/>
        <a:p>
          <a:r>
            <a:rPr lang="en-US" b="1"/>
            <a:t>Breaks Skipped: </a:t>
          </a:r>
          <a:r>
            <a:rPr lang="en-US"/>
            <a:t>Slack's Workforce Index reveals that 50% of global desk workers frequently forego essential breaks.</a:t>
          </a:r>
        </a:p>
      </dgm:t>
    </dgm:pt>
    <dgm:pt modelId="{1A73689A-F326-466A-B9BD-362E9C82EC95}" type="parTrans" cxnId="{1C43C1A2-0076-4D78-B676-40714A9F9D8B}">
      <dgm:prSet/>
      <dgm:spPr/>
      <dgm:t>
        <a:bodyPr/>
        <a:lstStyle/>
        <a:p>
          <a:endParaRPr lang="en-US"/>
        </a:p>
      </dgm:t>
    </dgm:pt>
    <dgm:pt modelId="{4C7FDD8E-040C-4C12-9244-21564793F81A}" type="sibTrans" cxnId="{1C43C1A2-0076-4D78-B676-40714A9F9D8B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4FFC4270-B8AF-4CC3-AF4B-93D7431C104C}">
      <dgm:prSet/>
      <dgm:spPr/>
      <dgm:t>
        <a:bodyPr/>
        <a:lstStyle/>
        <a:p>
          <a:r>
            <a:rPr lang="en-US" b="1"/>
            <a:t>Consequences of Skipping: </a:t>
          </a:r>
          <a:r>
            <a:rPr lang="en-US"/>
            <a:t>Neglecting breaks leads to burnout and diminished productivity, ultimately harming both employees and organizations.</a:t>
          </a:r>
        </a:p>
      </dgm:t>
    </dgm:pt>
    <dgm:pt modelId="{0F2E425C-F352-4468-B481-1F008AC9D694}" type="parTrans" cxnId="{0E5E6237-ED7F-41EB-9C2D-1A1005532691}">
      <dgm:prSet/>
      <dgm:spPr/>
      <dgm:t>
        <a:bodyPr/>
        <a:lstStyle/>
        <a:p>
          <a:endParaRPr lang="en-US"/>
        </a:p>
      </dgm:t>
    </dgm:pt>
    <dgm:pt modelId="{FFB28859-7911-4605-91ED-34D2EDB92C9C}" type="sibTrans" cxnId="{0E5E6237-ED7F-41EB-9C2D-1A1005532691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821A6D9-302F-4B29-A396-BFD8E09703B2}">
      <dgm:prSet/>
      <dgm:spPr/>
      <dgm:t>
        <a:bodyPr/>
        <a:lstStyle/>
        <a:p>
          <a:r>
            <a:rPr lang="en-US" b="1"/>
            <a:t>Study Objective: </a:t>
          </a:r>
          <a:r>
            <a:rPr lang="en-US"/>
            <a:t>This study aims to evaluate the influence of structured breaks on worker productivity and satisfaction.</a:t>
          </a:r>
        </a:p>
      </dgm:t>
    </dgm:pt>
    <dgm:pt modelId="{20FDC7A6-B7E6-497E-9B57-523744E1C025}" type="parTrans" cxnId="{47233FD6-91B5-48D0-A0D4-E603F45A9389}">
      <dgm:prSet/>
      <dgm:spPr/>
      <dgm:t>
        <a:bodyPr/>
        <a:lstStyle/>
        <a:p>
          <a:endParaRPr lang="en-US"/>
        </a:p>
      </dgm:t>
    </dgm:pt>
    <dgm:pt modelId="{C620321B-73DD-4991-8406-C7E586C22D4D}" type="sibTrans" cxnId="{47233FD6-91B5-48D0-A0D4-E603F45A9389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18E0693-2460-4455-865F-815574531D68}" type="pres">
      <dgm:prSet presAssocID="{E544E293-1D38-4CB3-9D9F-73CA661533CF}" presName="Name0" presStyleCnt="0">
        <dgm:presLayoutVars>
          <dgm:animLvl val="lvl"/>
          <dgm:resizeHandles val="exact"/>
        </dgm:presLayoutVars>
      </dgm:prSet>
      <dgm:spPr/>
    </dgm:pt>
    <dgm:pt modelId="{F6360849-4592-42A1-AC9E-B5770BF12117}" type="pres">
      <dgm:prSet presAssocID="{30483D7B-1F81-4FC9-ABFF-C70FC78848B8}" presName="compositeNode" presStyleCnt="0">
        <dgm:presLayoutVars>
          <dgm:bulletEnabled val="1"/>
        </dgm:presLayoutVars>
      </dgm:prSet>
      <dgm:spPr/>
    </dgm:pt>
    <dgm:pt modelId="{5AC37ADE-CA53-4378-9DA3-690EBC1D429A}" type="pres">
      <dgm:prSet presAssocID="{30483D7B-1F81-4FC9-ABFF-C70FC78848B8}" presName="bgRect" presStyleLbl="bgAccFollowNode1" presStyleIdx="0" presStyleCnt="3"/>
      <dgm:spPr/>
    </dgm:pt>
    <dgm:pt modelId="{3DB6AF14-F8AA-4D19-9DBD-D5A77458A946}" type="pres">
      <dgm:prSet presAssocID="{4C7FDD8E-040C-4C12-9244-21564793F81A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66E18AB2-8439-498E-B9DD-0BDE8D5131DF}" type="pres">
      <dgm:prSet presAssocID="{30483D7B-1F81-4FC9-ABFF-C70FC78848B8}" presName="bottomLine" presStyleLbl="alignNode1" presStyleIdx="1" presStyleCnt="6">
        <dgm:presLayoutVars/>
      </dgm:prSet>
      <dgm:spPr/>
    </dgm:pt>
    <dgm:pt modelId="{8B0E165D-732F-40B6-BA52-9B6CA01F14E9}" type="pres">
      <dgm:prSet presAssocID="{30483D7B-1F81-4FC9-ABFF-C70FC78848B8}" presName="nodeText" presStyleLbl="bgAccFollowNode1" presStyleIdx="0" presStyleCnt="3">
        <dgm:presLayoutVars>
          <dgm:bulletEnabled val="1"/>
        </dgm:presLayoutVars>
      </dgm:prSet>
      <dgm:spPr/>
    </dgm:pt>
    <dgm:pt modelId="{72144F27-620E-43D9-B1A2-9194B1D2CA2A}" type="pres">
      <dgm:prSet presAssocID="{4C7FDD8E-040C-4C12-9244-21564793F81A}" presName="sibTrans" presStyleCnt="0"/>
      <dgm:spPr/>
    </dgm:pt>
    <dgm:pt modelId="{C29B0EF0-3BC5-4CAD-86B0-1FDD3FB1FE88}" type="pres">
      <dgm:prSet presAssocID="{4FFC4270-B8AF-4CC3-AF4B-93D7431C104C}" presName="compositeNode" presStyleCnt="0">
        <dgm:presLayoutVars>
          <dgm:bulletEnabled val="1"/>
        </dgm:presLayoutVars>
      </dgm:prSet>
      <dgm:spPr/>
    </dgm:pt>
    <dgm:pt modelId="{612A7D38-4B65-4262-8511-1C550945A815}" type="pres">
      <dgm:prSet presAssocID="{4FFC4270-B8AF-4CC3-AF4B-93D7431C104C}" presName="bgRect" presStyleLbl="bgAccFollowNode1" presStyleIdx="1" presStyleCnt="3"/>
      <dgm:spPr/>
    </dgm:pt>
    <dgm:pt modelId="{5CD1B37D-2418-464E-AD55-567860D2572E}" type="pres">
      <dgm:prSet presAssocID="{FFB28859-7911-4605-91ED-34D2EDB92C9C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18A20335-8121-432D-AD9D-827764EE4D51}" type="pres">
      <dgm:prSet presAssocID="{4FFC4270-B8AF-4CC3-AF4B-93D7431C104C}" presName="bottomLine" presStyleLbl="alignNode1" presStyleIdx="3" presStyleCnt="6">
        <dgm:presLayoutVars/>
      </dgm:prSet>
      <dgm:spPr/>
    </dgm:pt>
    <dgm:pt modelId="{7E7D1961-D829-4229-B458-BC2D9D4F21A1}" type="pres">
      <dgm:prSet presAssocID="{4FFC4270-B8AF-4CC3-AF4B-93D7431C104C}" presName="nodeText" presStyleLbl="bgAccFollowNode1" presStyleIdx="1" presStyleCnt="3">
        <dgm:presLayoutVars>
          <dgm:bulletEnabled val="1"/>
        </dgm:presLayoutVars>
      </dgm:prSet>
      <dgm:spPr/>
    </dgm:pt>
    <dgm:pt modelId="{55B6D782-1197-4D21-96A2-8964D2CA1454}" type="pres">
      <dgm:prSet presAssocID="{FFB28859-7911-4605-91ED-34D2EDB92C9C}" presName="sibTrans" presStyleCnt="0"/>
      <dgm:spPr/>
    </dgm:pt>
    <dgm:pt modelId="{33EABE35-37F0-4680-9AAD-281E350B44B9}" type="pres">
      <dgm:prSet presAssocID="{7821A6D9-302F-4B29-A396-BFD8E09703B2}" presName="compositeNode" presStyleCnt="0">
        <dgm:presLayoutVars>
          <dgm:bulletEnabled val="1"/>
        </dgm:presLayoutVars>
      </dgm:prSet>
      <dgm:spPr/>
    </dgm:pt>
    <dgm:pt modelId="{3214EDFE-4D6C-4028-A0B8-84C99FA00563}" type="pres">
      <dgm:prSet presAssocID="{7821A6D9-302F-4B29-A396-BFD8E09703B2}" presName="bgRect" presStyleLbl="bgAccFollowNode1" presStyleIdx="2" presStyleCnt="3"/>
      <dgm:spPr/>
    </dgm:pt>
    <dgm:pt modelId="{88AE00C9-7563-4119-BE2D-06BE77074C51}" type="pres">
      <dgm:prSet presAssocID="{C620321B-73DD-4991-8406-C7E586C22D4D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6DB478CC-AAF9-4460-8189-95B6D33F26A9}" type="pres">
      <dgm:prSet presAssocID="{7821A6D9-302F-4B29-A396-BFD8E09703B2}" presName="bottomLine" presStyleLbl="alignNode1" presStyleIdx="5" presStyleCnt="6">
        <dgm:presLayoutVars/>
      </dgm:prSet>
      <dgm:spPr/>
    </dgm:pt>
    <dgm:pt modelId="{062A4779-D80D-43F6-8F95-8BFB4F8E155C}" type="pres">
      <dgm:prSet presAssocID="{7821A6D9-302F-4B29-A396-BFD8E09703B2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0E5E6237-ED7F-41EB-9C2D-1A1005532691}" srcId="{E544E293-1D38-4CB3-9D9F-73CA661533CF}" destId="{4FFC4270-B8AF-4CC3-AF4B-93D7431C104C}" srcOrd="1" destOrd="0" parTransId="{0F2E425C-F352-4468-B481-1F008AC9D694}" sibTransId="{FFB28859-7911-4605-91ED-34D2EDB92C9C}"/>
    <dgm:cxn modelId="{4391F965-EEF6-4E3A-B496-03E1F4C9E99D}" type="presOf" srcId="{7821A6D9-302F-4B29-A396-BFD8E09703B2}" destId="{062A4779-D80D-43F6-8F95-8BFB4F8E155C}" srcOrd="1" destOrd="0" presId="urn:microsoft.com/office/officeart/2016/7/layout/BasicLinearProcessNumbered"/>
    <dgm:cxn modelId="{AC504C67-BDD5-4E20-AD4C-6767A228D6A9}" type="presOf" srcId="{30483D7B-1F81-4FC9-ABFF-C70FC78848B8}" destId="{8B0E165D-732F-40B6-BA52-9B6CA01F14E9}" srcOrd="1" destOrd="0" presId="urn:microsoft.com/office/officeart/2016/7/layout/BasicLinearProcessNumbered"/>
    <dgm:cxn modelId="{A8DBE072-8EC2-4DDB-84AC-79A4B5921D6A}" type="presOf" srcId="{4C7FDD8E-040C-4C12-9244-21564793F81A}" destId="{3DB6AF14-F8AA-4D19-9DBD-D5A77458A946}" srcOrd="0" destOrd="0" presId="urn:microsoft.com/office/officeart/2016/7/layout/BasicLinearProcessNumbered"/>
    <dgm:cxn modelId="{83CA237A-8010-4144-99DF-280C6E322DF6}" type="presOf" srcId="{7821A6D9-302F-4B29-A396-BFD8E09703B2}" destId="{3214EDFE-4D6C-4028-A0B8-84C99FA00563}" srcOrd="0" destOrd="0" presId="urn:microsoft.com/office/officeart/2016/7/layout/BasicLinearProcessNumbered"/>
    <dgm:cxn modelId="{C3AAB187-575F-4857-94FD-A0A2B81F947B}" type="presOf" srcId="{FFB28859-7911-4605-91ED-34D2EDB92C9C}" destId="{5CD1B37D-2418-464E-AD55-567860D2572E}" srcOrd="0" destOrd="0" presId="urn:microsoft.com/office/officeart/2016/7/layout/BasicLinearProcessNumbered"/>
    <dgm:cxn modelId="{1C43C1A2-0076-4D78-B676-40714A9F9D8B}" srcId="{E544E293-1D38-4CB3-9D9F-73CA661533CF}" destId="{30483D7B-1F81-4FC9-ABFF-C70FC78848B8}" srcOrd="0" destOrd="0" parTransId="{1A73689A-F326-466A-B9BD-362E9C82EC95}" sibTransId="{4C7FDD8E-040C-4C12-9244-21564793F81A}"/>
    <dgm:cxn modelId="{75BD2DAD-5852-4232-A4E0-5AE2DA35D096}" type="presOf" srcId="{30483D7B-1F81-4FC9-ABFF-C70FC78848B8}" destId="{5AC37ADE-CA53-4378-9DA3-690EBC1D429A}" srcOrd="0" destOrd="0" presId="urn:microsoft.com/office/officeart/2016/7/layout/BasicLinearProcessNumbered"/>
    <dgm:cxn modelId="{D66F8DAF-0B23-4F89-B20E-CBA712BB1519}" type="presOf" srcId="{C620321B-73DD-4991-8406-C7E586C22D4D}" destId="{88AE00C9-7563-4119-BE2D-06BE77074C51}" srcOrd="0" destOrd="0" presId="urn:microsoft.com/office/officeart/2016/7/layout/BasicLinearProcessNumbered"/>
    <dgm:cxn modelId="{4EAEF5C5-B251-4D2E-BD25-BA58B91BD89A}" type="presOf" srcId="{4FFC4270-B8AF-4CC3-AF4B-93D7431C104C}" destId="{7E7D1961-D829-4229-B458-BC2D9D4F21A1}" srcOrd="1" destOrd="0" presId="urn:microsoft.com/office/officeart/2016/7/layout/BasicLinearProcessNumbered"/>
    <dgm:cxn modelId="{DEB0D4CC-80EE-43C8-AA69-B38D6CD7682C}" type="presOf" srcId="{4FFC4270-B8AF-4CC3-AF4B-93D7431C104C}" destId="{612A7D38-4B65-4262-8511-1C550945A815}" srcOrd="0" destOrd="0" presId="urn:microsoft.com/office/officeart/2016/7/layout/BasicLinearProcessNumbered"/>
    <dgm:cxn modelId="{47233FD6-91B5-48D0-A0D4-E603F45A9389}" srcId="{E544E293-1D38-4CB3-9D9F-73CA661533CF}" destId="{7821A6D9-302F-4B29-A396-BFD8E09703B2}" srcOrd="2" destOrd="0" parTransId="{20FDC7A6-B7E6-497E-9B57-523744E1C025}" sibTransId="{C620321B-73DD-4991-8406-C7E586C22D4D}"/>
    <dgm:cxn modelId="{A1B46EF1-3F9F-4D8A-8BCF-717DD48E1205}" type="presOf" srcId="{E544E293-1D38-4CB3-9D9F-73CA661533CF}" destId="{918E0693-2460-4455-865F-815574531D68}" srcOrd="0" destOrd="0" presId="urn:microsoft.com/office/officeart/2016/7/layout/BasicLinearProcessNumbered"/>
    <dgm:cxn modelId="{B1642B22-DF72-416F-BD4E-C68D35772416}" type="presParOf" srcId="{918E0693-2460-4455-865F-815574531D68}" destId="{F6360849-4592-42A1-AC9E-B5770BF12117}" srcOrd="0" destOrd="0" presId="urn:microsoft.com/office/officeart/2016/7/layout/BasicLinearProcessNumbered"/>
    <dgm:cxn modelId="{113F16D7-42AB-4E89-A5E6-3DBC60A5DCE6}" type="presParOf" srcId="{F6360849-4592-42A1-AC9E-B5770BF12117}" destId="{5AC37ADE-CA53-4378-9DA3-690EBC1D429A}" srcOrd="0" destOrd="0" presId="urn:microsoft.com/office/officeart/2016/7/layout/BasicLinearProcessNumbered"/>
    <dgm:cxn modelId="{5434AE6E-49C7-4C29-B8E2-A5902ECDDF15}" type="presParOf" srcId="{F6360849-4592-42A1-AC9E-B5770BF12117}" destId="{3DB6AF14-F8AA-4D19-9DBD-D5A77458A946}" srcOrd="1" destOrd="0" presId="urn:microsoft.com/office/officeart/2016/7/layout/BasicLinearProcessNumbered"/>
    <dgm:cxn modelId="{D75D1957-86D3-4B4A-97DC-2DF4D5D55C5F}" type="presParOf" srcId="{F6360849-4592-42A1-AC9E-B5770BF12117}" destId="{66E18AB2-8439-498E-B9DD-0BDE8D5131DF}" srcOrd="2" destOrd="0" presId="urn:microsoft.com/office/officeart/2016/7/layout/BasicLinearProcessNumbered"/>
    <dgm:cxn modelId="{87AA38FA-CBE2-4CF0-8CAF-46E169DEC408}" type="presParOf" srcId="{F6360849-4592-42A1-AC9E-B5770BF12117}" destId="{8B0E165D-732F-40B6-BA52-9B6CA01F14E9}" srcOrd="3" destOrd="0" presId="urn:microsoft.com/office/officeart/2016/7/layout/BasicLinearProcessNumbered"/>
    <dgm:cxn modelId="{A53E9339-1DD9-4421-A625-C08FD6EF2673}" type="presParOf" srcId="{918E0693-2460-4455-865F-815574531D68}" destId="{72144F27-620E-43D9-B1A2-9194B1D2CA2A}" srcOrd="1" destOrd="0" presId="urn:microsoft.com/office/officeart/2016/7/layout/BasicLinearProcessNumbered"/>
    <dgm:cxn modelId="{285FA011-2B7A-4DAC-AEFF-5FE65D818549}" type="presParOf" srcId="{918E0693-2460-4455-865F-815574531D68}" destId="{C29B0EF0-3BC5-4CAD-86B0-1FDD3FB1FE88}" srcOrd="2" destOrd="0" presId="urn:microsoft.com/office/officeart/2016/7/layout/BasicLinearProcessNumbered"/>
    <dgm:cxn modelId="{1AED0FF3-D3EE-43E2-B4B0-0F4BFFCC6891}" type="presParOf" srcId="{C29B0EF0-3BC5-4CAD-86B0-1FDD3FB1FE88}" destId="{612A7D38-4B65-4262-8511-1C550945A815}" srcOrd="0" destOrd="0" presId="urn:microsoft.com/office/officeart/2016/7/layout/BasicLinearProcessNumbered"/>
    <dgm:cxn modelId="{49BD8CB0-A6FE-4721-BE41-B68A13E8D402}" type="presParOf" srcId="{C29B0EF0-3BC5-4CAD-86B0-1FDD3FB1FE88}" destId="{5CD1B37D-2418-464E-AD55-567860D2572E}" srcOrd="1" destOrd="0" presId="urn:microsoft.com/office/officeart/2016/7/layout/BasicLinearProcessNumbered"/>
    <dgm:cxn modelId="{E828E909-FCDF-41DA-A99D-846071137BBE}" type="presParOf" srcId="{C29B0EF0-3BC5-4CAD-86B0-1FDD3FB1FE88}" destId="{18A20335-8121-432D-AD9D-827764EE4D51}" srcOrd="2" destOrd="0" presId="urn:microsoft.com/office/officeart/2016/7/layout/BasicLinearProcessNumbered"/>
    <dgm:cxn modelId="{9A4B84A2-18B3-4889-8A26-46AF55E8B027}" type="presParOf" srcId="{C29B0EF0-3BC5-4CAD-86B0-1FDD3FB1FE88}" destId="{7E7D1961-D829-4229-B458-BC2D9D4F21A1}" srcOrd="3" destOrd="0" presId="urn:microsoft.com/office/officeart/2016/7/layout/BasicLinearProcessNumbered"/>
    <dgm:cxn modelId="{D994484F-8143-48DD-A2BA-2C8E7DDEEA2E}" type="presParOf" srcId="{918E0693-2460-4455-865F-815574531D68}" destId="{55B6D782-1197-4D21-96A2-8964D2CA1454}" srcOrd="3" destOrd="0" presId="urn:microsoft.com/office/officeart/2016/7/layout/BasicLinearProcessNumbered"/>
    <dgm:cxn modelId="{66B490D3-C087-44A2-9D6A-6B05C0B77C4A}" type="presParOf" srcId="{918E0693-2460-4455-865F-815574531D68}" destId="{33EABE35-37F0-4680-9AAD-281E350B44B9}" srcOrd="4" destOrd="0" presId="urn:microsoft.com/office/officeart/2016/7/layout/BasicLinearProcessNumbered"/>
    <dgm:cxn modelId="{48814D8E-ED5A-4A7C-9676-A9D8A1B79AD5}" type="presParOf" srcId="{33EABE35-37F0-4680-9AAD-281E350B44B9}" destId="{3214EDFE-4D6C-4028-A0B8-84C99FA00563}" srcOrd="0" destOrd="0" presId="urn:microsoft.com/office/officeart/2016/7/layout/BasicLinearProcessNumbered"/>
    <dgm:cxn modelId="{64D48827-5026-4EC7-B6CD-15B382F89A14}" type="presParOf" srcId="{33EABE35-37F0-4680-9AAD-281E350B44B9}" destId="{88AE00C9-7563-4119-BE2D-06BE77074C51}" srcOrd="1" destOrd="0" presId="urn:microsoft.com/office/officeart/2016/7/layout/BasicLinearProcessNumbered"/>
    <dgm:cxn modelId="{BEA1B7F2-5754-4213-98DF-A846310AC6CC}" type="presParOf" srcId="{33EABE35-37F0-4680-9AAD-281E350B44B9}" destId="{6DB478CC-AAF9-4460-8189-95B6D33F26A9}" srcOrd="2" destOrd="0" presId="urn:microsoft.com/office/officeart/2016/7/layout/BasicLinearProcessNumbered"/>
    <dgm:cxn modelId="{F9ADA9EF-31D7-47AF-B98B-33F07B77E773}" type="presParOf" srcId="{33EABE35-37F0-4680-9AAD-281E350B44B9}" destId="{062A4779-D80D-43F6-8F95-8BFB4F8E155C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ABCB13F-1D61-461F-9974-E3536C79E59A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B689AF2-BF68-48CE-A6BA-CE511EF2C163}">
      <dgm:prSet/>
      <dgm:spPr/>
      <dgm:t>
        <a:bodyPr/>
        <a:lstStyle/>
        <a:p>
          <a:r>
            <a:rPr lang="en-US" b="1"/>
            <a:t>Participant Overview: </a:t>
          </a:r>
          <a:r>
            <a:rPr lang="en-US"/>
            <a:t>The experiment involved over 200 Slack employees systematically observing break types and their effectiveness.</a:t>
          </a:r>
        </a:p>
      </dgm:t>
    </dgm:pt>
    <dgm:pt modelId="{83603B78-6814-47B5-9F4B-CBD5E8B61A89}" type="parTrans" cxnId="{24D4E7A0-03A8-46F4-996D-33AD365787BD}">
      <dgm:prSet/>
      <dgm:spPr/>
      <dgm:t>
        <a:bodyPr/>
        <a:lstStyle/>
        <a:p>
          <a:endParaRPr lang="en-US"/>
        </a:p>
      </dgm:t>
    </dgm:pt>
    <dgm:pt modelId="{BA0637DC-E05F-4203-A723-E9556DCE2543}" type="sibTrans" cxnId="{24D4E7A0-03A8-46F4-996D-33AD365787BD}">
      <dgm:prSet/>
      <dgm:spPr/>
      <dgm:t>
        <a:bodyPr/>
        <a:lstStyle/>
        <a:p>
          <a:endParaRPr lang="en-US"/>
        </a:p>
      </dgm:t>
    </dgm:pt>
    <dgm:pt modelId="{D8849ABE-318E-484A-8CE7-F1B331C244AB}">
      <dgm:prSet/>
      <dgm:spPr/>
      <dgm:t>
        <a:bodyPr/>
        <a:lstStyle/>
        <a:p>
          <a:r>
            <a:rPr lang="en-US" b="1"/>
            <a:t>Types of Breaks: </a:t>
          </a:r>
          <a:r>
            <a:rPr lang="en-US"/>
            <a:t>Three distinct break categories were identified: True Breaks, Errand Breaks, and Working Breaks enhancing outcomes.</a:t>
          </a:r>
        </a:p>
      </dgm:t>
    </dgm:pt>
    <dgm:pt modelId="{9243257D-EF17-470A-9BC1-B7B61352E6E4}" type="parTrans" cxnId="{0277C76C-C11C-4E34-A17C-39AABFDC4B29}">
      <dgm:prSet/>
      <dgm:spPr/>
      <dgm:t>
        <a:bodyPr/>
        <a:lstStyle/>
        <a:p>
          <a:endParaRPr lang="en-US"/>
        </a:p>
      </dgm:t>
    </dgm:pt>
    <dgm:pt modelId="{E05C0515-E761-40D5-9D90-C7E5CFB95758}" type="sibTrans" cxnId="{0277C76C-C11C-4E34-A17C-39AABFDC4B29}">
      <dgm:prSet/>
      <dgm:spPr/>
      <dgm:t>
        <a:bodyPr/>
        <a:lstStyle/>
        <a:p>
          <a:endParaRPr lang="en-US"/>
        </a:p>
      </dgm:t>
    </dgm:pt>
    <dgm:pt modelId="{04D093EE-36F7-4788-AB5D-3F5A084E505E}">
      <dgm:prSet/>
      <dgm:spPr/>
      <dgm:t>
        <a:bodyPr/>
        <a:lstStyle/>
        <a:p>
          <a:r>
            <a:rPr lang="en-US" b="1"/>
            <a:t>Break Definitions: </a:t>
          </a:r>
          <a:r>
            <a:rPr lang="en-US"/>
            <a:t>True Breaks involve complete disengagement; Errand Breaks allow personal tasks; Working Breaks engage in less intensive work.</a:t>
          </a:r>
        </a:p>
      </dgm:t>
    </dgm:pt>
    <dgm:pt modelId="{DD6D4B4C-E07E-4DFC-AAA4-F797FDA2AAA5}" type="parTrans" cxnId="{3015AF99-384D-4FAD-8627-C22C7191B465}">
      <dgm:prSet/>
      <dgm:spPr/>
      <dgm:t>
        <a:bodyPr/>
        <a:lstStyle/>
        <a:p>
          <a:endParaRPr lang="en-US"/>
        </a:p>
      </dgm:t>
    </dgm:pt>
    <dgm:pt modelId="{D4665116-0A98-46F3-9F0C-C43028016DDB}" type="sibTrans" cxnId="{3015AF99-384D-4FAD-8627-C22C7191B465}">
      <dgm:prSet/>
      <dgm:spPr/>
      <dgm:t>
        <a:bodyPr/>
        <a:lstStyle/>
        <a:p>
          <a:endParaRPr lang="en-US"/>
        </a:p>
      </dgm:t>
    </dgm:pt>
    <dgm:pt modelId="{4B724B92-F3CB-48EC-B785-1D982F1F9A71}" type="pres">
      <dgm:prSet presAssocID="{6ABCB13F-1D61-461F-9974-E3536C79E59A}" presName="linear" presStyleCnt="0">
        <dgm:presLayoutVars>
          <dgm:animLvl val="lvl"/>
          <dgm:resizeHandles val="exact"/>
        </dgm:presLayoutVars>
      </dgm:prSet>
      <dgm:spPr/>
    </dgm:pt>
    <dgm:pt modelId="{B2C6BAEA-6139-48C2-AB21-42784E1A3F7E}" type="pres">
      <dgm:prSet presAssocID="{FB689AF2-BF68-48CE-A6BA-CE511EF2C16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99F56CF-427C-4C4D-BE4C-2C8D798A4329}" type="pres">
      <dgm:prSet presAssocID="{BA0637DC-E05F-4203-A723-E9556DCE2543}" presName="spacer" presStyleCnt="0"/>
      <dgm:spPr/>
    </dgm:pt>
    <dgm:pt modelId="{E47A2C55-A1D4-4198-8B7F-52430DFE9469}" type="pres">
      <dgm:prSet presAssocID="{D8849ABE-318E-484A-8CE7-F1B331C244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99C1A6B-9B5D-4C99-937B-127EFF0A4642}" type="pres">
      <dgm:prSet presAssocID="{E05C0515-E761-40D5-9D90-C7E5CFB95758}" presName="spacer" presStyleCnt="0"/>
      <dgm:spPr/>
    </dgm:pt>
    <dgm:pt modelId="{99E39789-D6E8-4784-BB88-1306BDEBF827}" type="pres">
      <dgm:prSet presAssocID="{04D093EE-36F7-4788-AB5D-3F5A084E505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71FBAC05-1661-456B-99AD-0D1EDDB11467}" type="presOf" srcId="{D8849ABE-318E-484A-8CE7-F1B331C244AB}" destId="{E47A2C55-A1D4-4198-8B7F-52430DFE9469}" srcOrd="0" destOrd="0" presId="urn:microsoft.com/office/officeart/2005/8/layout/vList2"/>
    <dgm:cxn modelId="{28184D21-FF21-4F45-AF8C-9C7852A657AA}" type="presOf" srcId="{04D093EE-36F7-4788-AB5D-3F5A084E505E}" destId="{99E39789-D6E8-4784-BB88-1306BDEBF827}" srcOrd="0" destOrd="0" presId="urn:microsoft.com/office/officeart/2005/8/layout/vList2"/>
    <dgm:cxn modelId="{0277C76C-C11C-4E34-A17C-39AABFDC4B29}" srcId="{6ABCB13F-1D61-461F-9974-E3536C79E59A}" destId="{D8849ABE-318E-484A-8CE7-F1B331C244AB}" srcOrd="1" destOrd="0" parTransId="{9243257D-EF17-470A-9BC1-B7B61352E6E4}" sibTransId="{E05C0515-E761-40D5-9D90-C7E5CFB95758}"/>
    <dgm:cxn modelId="{3015AF99-384D-4FAD-8627-C22C7191B465}" srcId="{6ABCB13F-1D61-461F-9974-E3536C79E59A}" destId="{04D093EE-36F7-4788-AB5D-3F5A084E505E}" srcOrd="2" destOrd="0" parTransId="{DD6D4B4C-E07E-4DFC-AAA4-F797FDA2AAA5}" sibTransId="{D4665116-0A98-46F3-9F0C-C43028016DDB}"/>
    <dgm:cxn modelId="{24D4E7A0-03A8-46F4-996D-33AD365787BD}" srcId="{6ABCB13F-1D61-461F-9974-E3536C79E59A}" destId="{FB689AF2-BF68-48CE-A6BA-CE511EF2C163}" srcOrd="0" destOrd="0" parTransId="{83603B78-6814-47B5-9F4B-CBD5E8B61A89}" sibTransId="{BA0637DC-E05F-4203-A723-E9556DCE2543}"/>
    <dgm:cxn modelId="{BCF728BB-E2C3-4446-A8B4-0BC499249DFF}" type="presOf" srcId="{6ABCB13F-1D61-461F-9974-E3536C79E59A}" destId="{4B724B92-F3CB-48EC-B785-1D982F1F9A71}" srcOrd="0" destOrd="0" presId="urn:microsoft.com/office/officeart/2005/8/layout/vList2"/>
    <dgm:cxn modelId="{8102F0C9-6B15-4D9A-8FFE-DF8DF420005E}" type="presOf" srcId="{FB689AF2-BF68-48CE-A6BA-CE511EF2C163}" destId="{B2C6BAEA-6139-48C2-AB21-42784E1A3F7E}" srcOrd="0" destOrd="0" presId="urn:microsoft.com/office/officeart/2005/8/layout/vList2"/>
    <dgm:cxn modelId="{B653F2EF-6EC9-43E5-802E-D00185F8D25F}" type="presParOf" srcId="{4B724B92-F3CB-48EC-B785-1D982F1F9A71}" destId="{B2C6BAEA-6139-48C2-AB21-42784E1A3F7E}" srcOrd="0" destOrd="0" presId="urn:microsoft.com/office/officeart/2005/8/layout/vList2"/>
    <dgm:cxn modelId="{590F2E34-87ED-4EA5-9819-8A2918891D19}" type="presParOf" srcId="{4B724B92-F3CB-48EC-B785-1D982F1F9A71}" destId="{599F56CF-427C-4C4D-BE4C-2C8D798A4329}" srcOrd="1" destOrd="0" presId="urn:microsoft.com/office/officeart/2005/8/layout/vList2"/>
    <dgm:cxn modelId="{2A7B8787-0866-42A2-890B-EB1256F75FBD}" type="presParOf" srcId="{4B724B92-F3CB-48EC-B785-1D982F1F9A71}" destId="{E47A2C55-A1D4-4198-8B7F-52430DFE9469}" srcOrd="2" destOrd="0" presId="urn:microsoft.com/office/officeart/2005/8/layout/vList2"/>
    <dgm:cxn modelId="{346EF7DC-29A6-4FBA-A1A6-A60CB81416D8}" type="presParOf" srcId="{4B724B92-F3CB-48EC-B785-1D982F1F9A71}" destId="{D99C1A6B-9B5D-4C99-937B-127EFF0A4642}" srcOrd="3" destOrd="0" presId="urn:microsoft.com/office/officeart/2005/8/layout/vList2"/>
    <dgm:cxn modelId="{2B5AD6CF-1F74-4046-8B80-C33D49DDE938}" type="presParOf" srcId="{4B724B92-F3CB-48EC-B785-1D982F1F9A71}" destId="{99E39789-D6E8-4784-BB88-1306BDEBF82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FDC7032-485D-4493-B680-241887017C0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E9847A7-502D-4F40-A746-B4158B7D50C1}">
      <dgm:prSet/>
      <dgm:spPr/>
      <dgm:t>
        <a:bodyPr/>
        <a:lstStyle/>
        <a:p>
          <a:r>
            <a:rPr lang="en-US" b="1"/>
            <a:t>Recruitment Process: </a:t>
          </a:r>
          <a:r>
            <a:rPr lang="en-US"/>
            <a:t>Using a voluntary sign-up approach, 200 employees were recruited through targeted communications in the company.</a:t>
          </a:r>
        </a:p>
      </dgm:t>
    </dgm:pt>
    <dgm:pt modelId="{F65887EF-12B3-4D5A-8D64-F89F0B031DC1}" type="parTrans" cxnId="{FB613265-0D8C-4EDE-93A5-89F994248A25}">
      <dgm:prSet/>
      <dgm:spPr/>
      <dgm:t>
        <a:bodyPr/>
        <a:lstStyle/>
        <a:p>
          <a:endParaRPr lang="en-US"/>
        </a:p>
      </dgm:t>
    </dgm:pt>
    <dgm:pt modelId="{DC49BE96-E104-4F46-B8FC-63094E3CEB1F}" type="sibTrans" cxnId="{FB613265-0D8C-4EDE-93A5-89F994248A25}">
      <dgm:prSet/>
      <dgm:spPr/>
      <dgm:t>
        <a:bodyPr/>
        <a:lstStyle/>
        <a:p>
          <a:endParaRPr lang="en-US"/>
        </a:p>
      </dgm:t>
    </dgm:pt>
    <dgm:pt modelId="{8BFFE625-31C1-4FA4-8D64-0D8F61EEBD5E}">
      <dgm:prSet/>
      <dgm:spPr/>
      <dgm:t>
        <a:bodyPr/>
        <a:lstStyle/>
        <a:p>
          <a:r>
            <a:rPr lang="en-US" b="1"/>
            <a:t>Dedicated Channel Discussions: </a:t>
          </a:r>
          <a:r>
            <a:rPr lang="en-US"/>
            <a:t>Active exchanges occurred in #workforce-lab-experiment-breaks, fostering engagement and community among participating employees.</a:t>
          </a:r>
        </a:p>
      </dgm:t>
    </dgm:pt>
    <dgm:pt modelId="{4BD82B66-8EC0-416A-894C-10BFFB8B0831}" type="parTrans" cxnId="{1DC80D31-C9C6-46DE-986D-71788CF7B772}">
      <dgm:prSet/>
      <dgm:spPr/>
      <dgm:t>
        <a:bodyPr/>
        <a:lstStyle/>
        <a:p>
          <a:endParaRPr lang="en-US"/>
        </a:p>
      </dgm:t>
    </dgm:pt>
    <dgm:pt modelId="{F1B092CF-C70C-4F83-BC80-CE39E7C69EC9}" type="sibTrans" cxnId="{1DC80D31-C9C6-46DE-986D-71788CF7B772}">
      <dgm:prSet/>
      <dgm:spPr/>
      <dgm:t>
        <a:bodyPr/>
        <a:lstStyle/>
        <a:p>
          <a:endParaRPr lang="en-US"/>
        </a:p>
      </dgm:t>
    </dgm:pt>
    <dgm:pt modelId="{BD05972D-7FBE-40F4-A065-BA1CE58F05E4}">
      <dgm:prSet/>
      <dgm:spPr/>
      <dgm:t>
        <a:bodyPr/>
        <a:lstStyle/>
        <a:p>
          <a:r>
            <a:rPr lang="en-US" b="1"/>
            <a:t>Leadership Support Importance: </a:t>
          </a:r>
          <a:r>
            <a:rPr lang="en-US"/>
            <a:t>Leadership's visible endorsement was essential; it encouraged employees to partake, enhancing accountability and enthusiasm.</a:t>
          </a:r>
        </a:p>
      </dgm:t>
    </dgm:pt>
    <dgm:pt modelId="{3A54D998-5DE2-4A60-9C81-6195BE44417A}" type="parTrans" cxnId="{C99105D7-DDCD-4C3C-821E-5C3C24494DBA}">
      <dgm:prSet/>
      <dgm:spPr/>
      <dgm:t>
        <a:bodyPr/>
        <a:lstStyle/>
        <a:p>
          <a:endParaRPr lang="en-US"/>
        </a:p>
      </dgm:t>
    </dgm:pt>
    <dgm:pt modelId="{9C78EDEF-170C-4F9C-A61A-05ED13C9DB83}" type="sibTrans" cxnId="{C99105D7-DDCD-4C3C-821E-5C3C24494DBA}">
      <dgm:prSet/>
      <dgm:spPr/>
      <dgm:t>
        <a:bodyPr/>
        <a:lstStyle/>
        <a:p>
          <a:endParaRPr lang="en-US"/>
        </a:p>
      </dgm:t>
    </dgm:pt>
    <dgm:pt modelId="{07BA09EB-C5D9-48A9-B69C-EA6367160DAD}" type="pres">
      <dgm:prSet presAssocID="{FFDC7032-485D-4493-B680-241887017C0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E774B43-8592-47B7-8C18-9787AB44ACC9}" type="pres">
      <dgm:prSet presAssocID="{9E9847A7-502D-4F40-A746-B4158B7D50C1}" presName="hierRoot1" presStyleCnt="0"/>
      <dgm:spPr/>
    </dgm:pt>
    <dgm:pt modelId="{34C2E5E4-2CF4-40A5-90DD-82C7AFDAEF61}" type="pres">
      <dgm:prSet presAssocID="{9E9847A7-502D-4F40-A746-B4158B7D50C1}" presName="composite" presStyleCnt="0"/>
      <dgm:spPr/>
    </dgm:pt>
    <dgm:pt modelId="{3561B63D-73B0-4AE2-9E92-4365B17F9DA4}" type="pres">
      <dgm:prSet presAssocID="{9E9847A7-502D-4F40-A746-B4158B7D50C1}" presName="background" presStyleLbl="node0" presStyleIdx="0" presStyleCnt="3"/>
      <dgm:spPr/>
    </dgm:pt>
    <dgm:pt modelId="{D811B5F9-44CE-4D33-87E6-79CCC44FE42E}" type="pres">
      <dgm:prSet presAssocID="{9E9847A7-502D-4F40-A746-B4158B7D50C1}" presName="text" presStyleLbl="fgAcc0" presStyleIdx="0" presStyleCnt="3">
        <dgm:presLayoutVars>
          <dgm:chPref val="3"/>
        </dgm:presLayoutVars>
      </dgm:prSet>
      <dgm:spPr/>
    </dgm:pt>
    <dgm:pt modelId="{33272B91-AB18-4A63-81DF-5E0F45C9578D}" type="pres">
      <dgm:prSet presAssocID="{9E9847A7-502D-4F40-A746-B4158B7D50C1}" presName="hierChild2" presStyleCnt="0"/>
      <dgm:spPr/>
    </dgm:pt>
    <dgm:pt modelId="{30DD49AD-5680-4F45-8C0D-20DB7B84EBC1}" type="pres">
      <dgm:prSet presAssocID="{8BFFE625-31C1-4FA4-8D64-0D8F61EEBD5E}" presName="hierRoot1" presStyleCnt="0"/>
      <dgm:spPr/>
    </dgm:pt>
    <dgm:pt modelId="{77E30E7C-C84F-4623-8F5E-81314147D813}" type="pres">
      <dgm:prSet presAssocID="{8BFFE625-31C1-4FA4-8D64-0D8F61EEBD5E}" presName="composite" presStyleCnt="0"/>
      <dgm:spPr/>
    </dgm:pt>
    <dgm:pt modelId="{8609A34D-BFE9-424B-A51B-6C391D9CDC57}" type="pres">
      <dgm:prSet presAssocID="{8BFFE625-31C1-4FA4-8D64-0D8F61EEBD5E}" presName="background" presStyleLbl="node0" presStyleIdx="1" presStyleCnt="3"/>
      <dgm:spPr/>
    </dgm:pt>
    <dgm:pt modelId="{DBCB1973-FD7C-4843-8D8E-74C4F477410D}" type="pres">
      <dgm:prSet presAssocID="{8BFFE625-31C1-4FA4-8D64-0D8F61EEBD5E}" presName="text" presStyleLbl="fgAcc0" presStyleIdx="1" presStyleCnt="3">
        <dgm:presLayoutVars>
          <dgm:chPref val="3"/>
        </dgm:presLayoutVars>
      </dgm:prSet>
      <dgm:spPr/>
    </dgm:pt>
    <dgm:pt modelId="{BF61CAA4-E028-4821-AE37-AA74E9F3E456}" type="pres">
      <dgm:prSet presAssocID="{8BFFE625-31C1-4FA4-8D64-0D8F61EEBD5E}" presName="hierChild2" presStyleCnt="0"/>
      <dgm:spPr/>
    </dgm:pt>
    <dgm:pt modelId="{07843905-BBF3-4054-A400-E5CC020FEE45}" type="pres">
      <dgm:prSet presAssocID="{BD05972D-7FBE-40F4-A065-BA1CE58F05E4}" presName="hierRoot1" presStyleCnt="0"/>
      <dgm:spPr/>
    </dgm:pt>
    <dgm:pt modelId="{8BF98AA5-888D-44CE-AC0D-2614EF6D196F}" type="pres">
      <dgm:prSet presAssocID="{BD05972D-7FBE-40F4-A065-BA1CE58F05E4}" presName="composite" presStyleCnt="0"/>
      <dgm:spPr/>
    </dgm:pt>
    <dgm:pt modelId="{404B7623-4163-4BEB-AE4A-236B947E293F}" type="pres">
      <dgm:prSet presAssocID="{BD05972D-7FBE-40F4-A065-BA1CE58F05E4}" presName="background" presStyleLbl="node0" presStyleIdx="2" presStyleCnt="3"/>
      <dgm:spPr/>
    </dgm:pt>
    <dgm:pt modelId="{C3CD4D6E-E07E-4961-9A93-392EA3C13967}" type="pres">
      <dgm:prSet presAssocID="{BD05972D-7FBE-40F4-A065-BA1CE58F05E4}" presName="text" presStyleLbl="fgAcc0" presStyleIdx="2" presStyleCnt="3">
        <dgm:presLayoutVars>
          <dgm:chPref val="3"/>
        </dgm:presLayoutVars>
      </dgm:prSet>
      <dgm:spPr/>
    </dgm:pt>
    <dgm:pt modelId="{EA48655D-D887-4817-B76F-4D23490DFBB8}" type="pres">
      <dgm:prSet presAssocID="{BD05972D-7FBE-40F4-A065-BA1CE58F05E4}" presName="hierChild2" presStyleCnt="0"/>
      <dgm:spPr/>
    </dgm:pt>
  </dgm:ptLst>
  <dgm:cxnLst>
    <dgm:cxn modelId="{1DC80D31-C9C6-46DE-986D-71788CF7B772}" srcId="{FFDC7032-485D-4493-B680-241887017C06}" destId="{8BFFE625-31C1-4FA4-8D64-0D8F61EEBD5E}" srcOrd="1" destOrd="0" parTransId="{4BD82B66-8EC0-416A-894C-10BFFB8B0831}" sibTransId="{F1B092CF-C70C-4F83-BC80-CE39E7C69EC9}"/>
    <dgm:cxn modelId="{15E04E43-EAF1-43C8-AAA4-3276E8799D59}" type="presOf" srcId="{8BFFE625-31C1-4FA4-8D64-0D8F61EEBD5E}" destId="{DBCB1973-FD7C-4843-8D8E-74C4F477410D}" srcOrd="0" destOrd="0" presId="urn:microsoft.com/office/officeart/2005/8/layout/hierarchy1"/>
    <dgm:cxn modelId="{FB613265-0D8C-4EDE-93A5-89F994248A25}" srcId="{FFDC7032-485D-4493-B680-241887017C06}" destId="{9E9847A7-502D-4F40-A746-B4158B7D50C1}" srcOrd="0" destOrd="0" parTransId="{F65887EF-12B3-4D5A-8D64-F89F0B031DC1}" sibTransId="{DC49BE96-E104-4F46-B8FC-63094E3CEB1F}"/>
    <dgm:cxn modelId="{6D3E3F52-47BA-4FC4-881F-B92C549A55F7}" type="presOf" srcId="{BD05972D-7FBE-40F4-A065-BA1CE58F05E4}" destId="{C3CD4D6E-E07E-4961-9A93-392EA3C13967}" srcOrd="0" destOrd="0" presId="urn:microsoft.com/office/officeart/2005/8/layout/hierarchy1"/>
    <dgm:cxn modelId="{F91E6B80-0E5B-4690-93D2-51DDD8C5858E}" type="presOf" srcId="{9E9847A7-502D-4F40-A746-B4158B7D50C1}" destId="{D811B5F9-44CE-4D33-87E6-79CCC44FE42E}" srcOrd="0" destOrd="0" presId="urn:microsoft.com/office/officeart/2005/8/layout/hierarchy1"/>
    <dgm:cxn modelId="{BFAF169D-8268-4A6E-B41A-A74E9B8FAFAE}" type="presOf" srcId="{FFDC7032-485D-4493-B680-241887017C06}" destId="{07BA09EB-C5D9-48A9-B69C-EA6367160DAD}" srcOrd="0" destOrd="0" presId="urn:microsoft.com/office/officeart/2005/8/layout/hierarchy1"/>
    <dgm:cxn modelId="{C99105D7-DDCD-4C3C-821E-5C3C24494DBA}" srcId="{FFDC7032-485D-4493-B680-241887017C06}" destId="{BD05972D-7FBE-40F4-A065-BA1CE58F05E4}" srcOrd="2" destOrd="0" parTransId="{3A54D998-5DE2-4A60-9C81-6195BE44417A}" sibTransId="{9C78EDEF-170C-4F9C-A61A-05ED13C9DB83}"/>
    <dgm:cxn modelId="{655DC5F0-76BC-46B9-9C5F-437CC137A11D}" type="presParOf" srcId="{07BA09EB-C5D9-48A9-B69C-EA6367160DAD}" destId="{2E774B43-8592-47B7-8C18-9787AB44ACC9}" srcOrd="0" destOrd="0" presId="urn:microsoft.com/office/officeart/2005/8/layout/hierarchy1"/>
    <dgm:cxn modelId="{BC74186C-0DCE-47A7-BD0A-19254E7813A2}" type="presParOf" srcId="{2E774B43-8592-47B7-8C18-9787AB44ACC9}" destId="{34C2E5E4-2CF4-40A5-90DD-82C7AFDAEF61}" srcOrd="0" destOrd="0" presId="urn:microsoft.com/office/officeart/2005/8/layout/hierarchy1"/>
    <dgm:cxn modelId="{AC7B00BB-2378-49E1-B07C-41FF5FF945BB}" type="presParOf" srcId="{34C2E5E4-2CF4-40A5-90DD-82C7AFDAEF61}" destId="{3561B63D-73B0-4AE2-9E92-4365B17F9DA4}" srcOrd="0" destOrd="0" presId="urn:microsoft.com/office/officeart/2005/8/layout/hierarchy1"/>
    <dgm:cxn modelId="{56505671-E041-419B-A3E9-38E9063AC2E1}" type="presParOf" srcId="{34C2E5E4-2CF4-40A5-90DD-82C7AFDAEF61}" destId="{D811B5F9-44CE-4D33-87E6-79CCC44FE42E}" srcOrd="1" destOrd="0" presId="urn:microsoft.com/office/officeart/2005/8/layout/hierarchy1"/>
    <dgm:cxn modelId="{6362F2B0-42DE-4830-8895-87D16A7F1A8D}" type="presParOf" srcId="{2E774B43-8592-47B7-8C18-9787AB44ACC9}" destId="{33272B91-AB18-4A63-81DF-5E0F45C9578D}" srcOrd="1" destOrd="0" presId="urn:microsoft.com/office/officeart/2005/8/layout/hierarchy1"/>
    <dgm:cxn modelId="{E628ABE1-FF2F-41BF-93C3-B38C72D3C07C}" type="presParOf" srcId="{07BA09EB-C5D9-48A9-B69C-EA6367160DAD}" destId="{30DD49AD-5680-4F45-8C0D-20DB7B84EBC1}" srcOrd="1" destOrd="0" presId="urn:microsoft.com/office/officeart/2005/8/layout/hierarchy1"/>
    <dgm:cxn modelId="{8AB0C5CC-962E-45C7-95EA-49676E977B6D}" type="presParOf" srcId="{30DD49AD-5680-4F45-8C0D-20DB7B84EBC1}" destId="{77E30E7C-C84F-4623-8F5E-81314147D813}" srcOrd="0" destOrd="0" presId="urn:microsoft.com/office/officeart/2005/8/layout/hierarchy1"/>
    <dgm:cxn modelId="{B0D29265-D13B-4DE5-AE34-DE07524F7018}" type="presParOf" srcId="{77E30E7C-C84F-4623-8F5E-81314147D813}" destId="{8609A34D-BFE9-424B-A51B-6C391D9CDC57}" srcOrd="0" destOrd="0" presId="urn:microsoft.com/office/officeart/2005/8/layout/hierarchy1"/>
    <dgm:cxn modelId="{8D0B3364-D0BD-49AA-AC27-3B73DE126327}" type="presParOf" srcId="{77E30E7C-C84F-4623-8F5E-81314147D813}" destId="{DBCB1973-FD7C-4843-8D8E-74C4F477410D}" srcOrd="1" destOrd="0" presId="urn:microsoft.com/office/officeart/2005/8/layout/hierarchy1"/>
    <dgm:cxn modelId="{C98A6C51-4C1E-4B14-9621-F0E383F53911}" type="presParOf" srcId="{30DD49AD-5680-4F45-8C0D-20DB7B84EBC1}" destId="{BF61CAA4-E028-4821-AE37-AA74E9F3E456}" srcOrd="1" destOrd="0" presId="urn:microsoft.com/office/officeart/2005/8/layout/hierarchy1"/>
    <dgm:cxn modelId="{E1804FF1-2669-457A-9D1C-B74B64E70F2F}" type="presParOf" srcId="{07BA09EB-C5D9-48A9-B69C-EA6367160DAD}" destId="{07843905-BBF3-4054-A400-E5CC020FEE45}" srcOrd="2" destOrd="0" presId="urn:microsoft.com/office/officeart/2005/8/layout/hierarchy1"/>
    <dgm:cxn modelId="{0DF32FDF-460B-4B0F-8716-95E02C28C8D5}" type="presParOf" srcId="{07843905-BBF3-4054-A400-E5CC020FEE45}" destId="{8BF98AA5-888D-44CE-AC0D-2614EF6D196F}" srcOrd="0" destOrd="0" presId="urn:microsoft.com/office/officeart/2005/8/layout/hierarchy1"/>
    <dgm:cxn modelId="{3A861499-B093-47BB-ADF3-CEADD49FD1ED}" type="presParOf" srcId="{8BF98AA5-888D-44CE-AC0D-2614EF6D196F}" destId="{404B7623-4163-4BEB-AE4A-236B947E293F}" srcOrd="0" destOrd="0" presId="urn:microsoft.com/office/officeart/2005/8/layout/hierarchy1"/>
    <dgm:cxn modelId="{D20FC870-C3AE-4C2D-9552-916E7531C6B1}" type="presParOf" srcId="{8BF98AA5-888D-44CE-AC0D-2614EF6D196F}" destId="{C3CD4D6E-E07E-4961-9A93-392EA3C13967}" srcOrd="1" destOrd="0" presId="urn:microsoft.com/office/officeart/2005/8/layout/hierarchy1"/>
    <dgm:cxn modelId="{DB1321A1-9CD4-4D46-836C-709E05663F76}" type="presParOf" srcId="{07843905-BBF3-4054-A400-E5CC020FEE45}" destId="{EA48655D-D887-4817-B76F-4D23490DFBB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7DAA8F1-3158-4A7D-997E-71CB0B4B2516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C6581F08-617D-4BCE-9093-E11E904D0E2E}">
      <dgm:prSet/>
      <dgm:spPr/>
      <dgm:t>
        <a:bodyPr/>
        <a:lstStyle/>
        <a:p>
          <a:r>
            <a:rPr lang="en-US" b="1"/>
            <a:t>Break Participation Increase: </a:t>
          </a:r>
          <a:r>
            <a:rPr lang="en-US"/>
            <a:t>True Break participation surged remarkably from 48% to 78%, highlighting improved engagement in break-taking behaviors.</a:t>
          </a:r>
        </a:p>
      </dgm:t>
    </dgm:pt>
    <dgm:pt modelId="{9E6BC514-6294-464B-98FB-CA2FE7B1CF17}" type="parTrans" cxnId="{6187F39F-FAFB-4622-9CDF-19923B1E79CD}">
      <dgm:prSet/>
      <dgm:spPr/>
      <dgm:t>
        <a:bodyPr/>
        <a:lstStyle/>
        <a:p>
          <a:endParaRPr lang="en-US"/>
        </a:p>
      </dgm:t>
    </dgm:pt>
    <dgm:pt modelId="{B67E61F3-2970-43C0-B337-4E7E4658838F}" type="sibTrans" cxnId="{6187F39F-FAFB-4622-9CDF-19923B1E79CD}">
      <dgm:prSet/>
      <dgm:spPr/>
      <dgm:t>
        <a:bodyPr/>
        <a:lstStyle/>
        <a:p>
          <a:endParaRPr lang="en-US"/>
        </a:p>
      </dgm:t>
    </dgm:pt>
    <dgm:pt modelId="{CD806897-FF84-4A1A-BE17-7C5D6614D0B7}">
      <dgm:prSet/>
      <dgm:spPr/>
      <dgm:t>
        <a:bodyPr/>
        <a:lstStyle/>
        <a:p>
          <a:r>
            <a:rPr lang="en-US" b="1"/>
            <a:t>Cultural Shift Evidenced: </a:t>
          </a:r>
          <a:r>
            <a:rPr lang="en-US"/>
            <a:t>Comfort with taking breaks increased significantly from 38% to 60%, indicating a positive shift in workplace culture.</a:t>
          </a:r>
        </a:p>
      </dgm:t>
    </dgm:pt>
    <dgm:pt modelId="{3C85994F-D36E-4537-96AF-EF02BA25685B}" type="parTrans" cxnId="{139A0F0C-DCFE-4C60-AA77-621A05F1D653}">
      <dgm:prSet/>
      <dgm:spPr/>
      <dgm:t>
        <a:bodyPr/>
        <a:lstStyle/>
        <a:p>
          <a:endParaRPr lang="en-US"/>
        </a:p>
      </dgm:t>
    </dgm:pt>
    <dgm:pt modelId="{284BF5DD-7193-4553-A638-5B06DA440EBB}" type="sibTrans" cxnId="{139A0F0C-DCFE-4C60-AA77-621A05F1D653}">
      <dgm:prSet/>
      <dgm:spPr/>
      <dgm:t>
        <a:bodyPr/>
        <a:lstStyle/>
        <a:p>
          <a:endParaRPr lang="en-US"/>
        </a:p>
      </dgm:t>
    </dgm:pt>
    <dgm:pt modelId="{A63D52BC-DDCD-4F5D-A977-371EC49ED569}">
      <dgm:prSet/>
      <dgm:spPr/>
      <dgm:t>
        <a:bodyPr/>
        <a:lstStyle/>
        <a:p>
          <a:r>
            <a:rPr lang="en-US" b="1"/>
            <a:t>Impact on Productivity: </a:t>
          </a:r>
          <a:r>
            <a:rPr lang="en-US"/>
            <a:t>These changes suggest structured breaks facilitate a more productive environment, ultimately benefiting employee well-being and performance.</a:t>
          </a:r>
        </a:p>
      </dgm:t>
    </dgm:pt>
    <dgm:pt modelId="{3EB0B111-43DE-4BCA-A098-45898F0C89B0}" type="parTrans" cxnId="{7D50DD26-A18E-4A6A-9D53-7290C401D919}">
      <dgm:prSet/>
      <dgm:spPr/>
      <dgm:t>
        <a:bodyPr/>
        <a:lstStyle/>
        <a:p>
          <a:endParaRPr lang="en-US"/>
        </a:p>
      </dgm:t>
    </dgm:pt>
    <dgm:pt modelId="{1A17A8A7-8EE4-431F-B447-77A7B7686875}" type="sibTrans" cxnId="{7D50DD26-A18E-4A6A-9D53-7290C401D919}">
      <dgm:prSet/>
      <dgm:spPr/>
      <dgm:t>
        <a:bodyPr/>
        <a:lstStyle/>
        <a:p>
          <a:endParaRPr lang="en-US"/>
        </a:p>
      </dgm:t>
    </dgm:pt>
    <dgm:pt modelId="{A42EE2F8-981B-403F-9633-53C5807DB952}" type="pres">
      <dgm:prSet presAssocID="{07DAA8F1-3158-4A7D-997E-71CB0B4B2516}" presName="vert0" presStyleCnt="0">
        <dgm:presLayoutVars>
          <dgm:dir/>
          <dgm:animOne val="branch"/>
          <dgm:animLvl val="lvl"/>
        </dgm:presLayoutVars>
      </dgm:prSet>
      <dgm:spPr/>
    </dgm:pt>
    <dgm:pt modelId="{33F9CF09-9CB5-48D4-827A-E40D9532DD5C}" type="pres">
      <dgm:prSet presAssocID="{C6581F08-617D-4BCE-9093-E11E904D0E2E}" presName="thickLine" presStyleLbl="alignNode1" presStyleIdx="0" presStyleCnt="3"/>
      <dgm:spPr/>
    </dgm:pt>
    <dgm:pt modelId="{C0253468-3666-4415-BDEB-02C3717A0643}" type="pres">
      <dgm:prSet presAssocID="{C6581F08-617D-4BCE-9093-E11E904D0E2E}" presName="horz1" presStyleCnt="0"/>
      <dgm:spPr/>
    </dgm:pt>
    <dgm:pt modelId="{FA319BAD-6FC1-465F-BEDF-857B4A11206A}" type="pres">
      <dgm:prSet presAssocID="{C6581F08-617D-4BCE-9093-E11E904D0E2E}" presName="tx1" presStyleLbl="revTx" presStyleIdx="0" presStyleCnt="3"/>
      <dgm:spPr/>
    </dgm:pt>
    <dgm:pt modelId="{2649DF28-927F-4F95-A2B9-CDE0A160762A}" type="pres">
      <dgm:prSet presAssocID="{C6581F08-617D-4BCE-9093-E11E904D0E2E}" presName="vert1" presStyleCnt="0"/>
      <dgm:spPr/>
    </dgm:pt>
    <dgm:pt modelId="{005B69EB-F8E2-4E4D-9E3E-2E04217C253D}" type="pres">
      <dgm:prSet presAssocID="{CD806897-FF84-4A1A-BE17-7C5D6614D0B7}" presName="thickLine" presStyleLbl="alignNode1" presStyleIdx="1" presStyleCnt="3"/>
      <dgm:spPr/>
    </dgm:pt>
    <dgm:pt modelId="{A0751FA0-0957-41AA-90BB-42ADFB5C8056}" type="pres">
      <dgm:prSet presAssocID="{CD806897-FF84-4A1A-BE17-7C5D6614D0B7}" presName="horz1" presStyleCnt="0"/>
      <dgm:spPr/>
    </dgm:pt>
    <dgm:pt modelId="{16EC2312-834C-49CD-94BD-08B7D282FC6D}" type="pres">
      <dgm:prSet presAssocID="{CD806897-FF84-4A1A-BE17-7C5D6614D0B7}" presName="tx1" presStyleLbl="revTx" presStyleIdx="1" presStyleCnt="3"/>
      <dgm:spPr/>
    </dgm:pt>
    <dgm:pt modelId="{C3D57E83-F866-44DA-AE21-9CF629DC4AA0}" type="pres">
      <dgm:prSet presAssocID="{CD806897-FF84-4A1A-BE17-7C5D6614D0B7}" presName="vert1" presStyleCnt="0"/>
      <dgm:spPr/>
    </dgm:pt>
    <dgm:pt modelId="{91F2D0C9-8E8D-4F38-94B4-A79E1352DC6E}" type="pres">
      <dgm:prSet presAssocID="{A63D52BC-DDCD-4F5D-A977-371EC49ED569}" presName="thickLine" presStyleLbl="alignNode1" presStyleIdx="2" presStyleCnt="3"/>
      <dgm:spPr/>
    </dgm:pt>
    <dgm:pt modelId="{7B0833A5-3B18-41E6-9391-F5ABE71291B9}" type="pres">
      <dgm:prSet presAssocID="{A63D52BC-DDCD-4F5D-A977-371EC49ED569}" presName="horz1" presStyleCnt="0"/>
      <dgm:spPr/>
    </dgm:pt>
    <dgm:pt modelId="{28B9EF11-7FED-4DEC-A033-3033A7EE537E}" type="pres">
      <dgm:prSet presAssocID="{A63D52BC-DDCD-4F5D-A977-371EC49ED569}" presName="tx1" presStyleLbl="revTx" presStyleIdx="2" presStyleCnt="3"/>
      <dgm:spPr/>
    </dgm:pt>
    <dgm:pt modelId="{2690BD08-EC4E-4F3B-A7CA-8B8D576F615E}" type="pres">
      <dgm:prSet presAssocID="{A63D52BC-DDCD-4F5D-A977-371EC49ED569}" presName="vert1" presStyleCnt="0"/>
      <dgm:spPr/>
    </dgm:pt>
  </dgm:ptLst>
  <dgm:cxnLst>
    <dgm:cxn modelId="{08596203-A25D-47CC-908A-695A449BCA80}" type="presOf" srcId="{CD806897-FF84-4A1A-BE17-7C5D6614D0B7}" destId="{16EC2312-834C-49CD-94BD-08B7D282FC6D}" srcOrd="0" destOrd="0" presId="urn:microsoft.com/office/officeart/2008/layout/LinedList"/>
    <dgm:cxn modelId="{139A0F0C-DCFE-4C60-AA77-621A05F1D653}" srcId="{07DAA8F1-3158-4A7D-997E-71CB0B4B2516}" destId="{CD806897-FF84-4A1A-BE17-7C5D6614D0B7}" srcOrd="1" destOrd="0" parTransId="{3C85994F-D36E-4537-96AF-EF02BA25685B}" sibTransId="{284BF5DD-7193-4553-A638-5B06DA440EBB}"/>
    <dgm:cxn modelId="{7D50DD26-A18E-4A6A-9D53-7290C401D919}" srcId="{07DAA8F1-3158-4A7D-997E-71CB0B4B2516}" destId="{A63D52BC-DDCD-4F5D-A977-371EC49ED569}" srcOrd="2" destOrd="0" parTransId="{3EB0B111-43DE-4BCA-A098-45898F0C89B0}" sibTransId="{1A17A8A7-8EE4-431F-B447-77A7B7686875}"/>
    <dgm:cxn modelId="{DAA5584B-3DBA-4D13-AD75-973B96E4748C}" type="presOf" srcId="{A63D52BC-DDCD-4F5D-A977-371EC49ED569}" destId="{28B9EF11-7FED-4DEC-A033-3033A7EE537E}" srcOrd="0" destOrd="0" presId="urn:microsoft.com/office/officeart/2008/layout/LinedList"/>
    <dgm:cxn modelId="{4B94EE6D-5CC2-49E3-8D2B-5C5D6A598054}" type="presOf" srcId="{07DAA8F1-3158-4A7D-997E-71CB0B4B2516}" destId="{A42EE2F8-981B-403F-9633-53C5807DB952}" srcOrd="0" destOrd="0" presId="urn:microsoft.com/office/officeart/2008/layout/LinedList"/>
    <dgm:cxn modelId="{B9F73F73-FD5B-4D0C-9462-DEC059B4800C}" type="presOf" srcId="{C6581F08-617D-4BCE-9093-E11E904D0E2E}" destId="{FA319BAD-6FC1-465F-BEDF-857B4A11206A}" srcOrd="0" destOrd="0" presId="urn:microsoft.com/office/officeart/2008/layout/LinedList"/>
    <dgm:cxn modelId="{6187F39F-FAFB-4622-9CDF-19923B1E79CD}" srcId="{07DAA8F1-3158-4A7D-997E-71CB0B4B2516}" destId="{C6581F08-617D-4BCE-9093-E11E904D0E2E}" srcOrd="0" destOrd="0" parTransId="{9E6BC514-6294-464B-98FB-CA2FE7B1CF17}" sibTransId="{B67E61F3-2970-43C0-B337-4E7E4658838F}"/>
    <dgm:cxn modelId="{ABE7B2C0-6A80-449C-A7B9-4A85B94CE5EB}" type="presParOf" srcId="{A42EE2F8-981B-403F-9633-53C5807DB952}" destId="{33F9CF09-9CB5-48D4-827A-E40D9532DD5C}" srcOrd="0" destOrd="0" presId="urn:microsoft.com/office/officeart/2008/layout/LinedList"/>
    <dgm:cxn modelId="{C55B31F1-B330-4F5D-AD30-F252567D7A85}" type="presParOf" srcId="{A42EE2F8-981B-403F-9633-53C5807DB952}" destId="{C0253468-3666-4415-BDEB-02C3717A0643}" srcOrd="1" destOrd="0" presId="urn:microsoft.com/office/officeart/2008/layout/LinedList"/>
    <dgm:cxn modelId="{F4C9B29B-B7EC-498D-AE18-86A673408D83}" type="presParOf" srcId="{C0253468-3666-4415-BDEB-02C3717A0643}" destId="{FA319BAD-6FC1-465F-BEDF-857B4A11206A}" srcOrd="0" destOrd="0" presId="urn:microsoft.com/office/officeart/2008/layout/LinedList"/>
    <dgm:cxn modelId="{5873046E-4DCD-4545-913E-032176520969}" type="presParOf" srcId="{C0253468-3666-4415-BDEB-02C3717A0643}" destId="{2649DF28-927F-4F95-A2B9-CDE0A160762A}" srcOrd="1" destOrd="0" presId="urn:microsoft.com/office/officeart/2008/layout/LinedList"/>
    <dgm:cxn modelId="{76CEFF21-87AA-434F-BA28-9ACFD6A908F0}" type="presParOf" srcId="{A42EE2F8-981B-403F-9633-53C5807DB952}" destId="{005B69EB-F8E2-4E4D-9E3E-2E04217C253D}" srcOrd="2" destOrd="0" presId="urn:microsoft.com/office/officeart/2008/layout/LinedList"/>
    <dgm:cxn modelId="{1F4EBE2C-154A-4F9F-AA72-D4840D0B83E9}" type="presParOf" srcId="{A42EE2F8-981B-403F-9633-53C5807DB952}" destId="{A0751FA0-0957-41AA-90BB-42ADFB5C8056}" srcOrd="3" destOrd="0" presId="urn:microsoft.com/office/officeart/2008/layout/LinedList"/>
    <dgm:cxn modelId="{C6AB2797-6B1B-49C1-8C57-592725D6E252}" type="presParOf" srcId="{A0751FA0-0957-41AA-90BB-42ADFB5C8056}" destId="{16EC2312-834C-49CD-94BD-08B7D282FC6D}" srcOrd="0" destOrd="0" presId="urn:microsoft.com/office/officeart/2008/layout/LinedList"/>
    <dgm:cxn modelId="{0B0F5290-5A3A-4EC8-8673-711777BA9B48}" type="presParOf" srcId="{A0751FA0-0957-41AA-90BB-42ADFB5C8056}" destId="{C3D57E83-F866-44DA-AE21-9CF629DC4AA0}" srcOrd="1" destOrd="0" presId="urn:microsoft.com/office/officeart/2008/layout/LinedList"/>
    <dgm:cxn modelId="{93A7198B-E8A6-4B77-9390-763CE3BF9588}" type="presParOf" srcId="{A42EE2F8-981B-403F-9633-53C5807DB952}" destId="{91F2D0C9-8E8D-4F38-94B4-A79E1352DC6E}" srcOrd="4" destOrd="0" presId="urn:microsoft.com/office/officeart/2008/layout/LinedList"/>
    <dgm:cxn modelId="{806B5369-039B-4A09-A95D-8B385D94434C}" type="presParOf" srcId="{A42EE2F8-981B-403F-9633-53C5807DB952}" destId="{7B0833A5-3B18-41E6-9391-F5ABE71291B9}" srcOrd="5" destOrd="0" presId="urn:microsoft.com/office/officeart/2008/layout/LinedList"/>
    <dgm:cxn modelId="{36E1F752-5573-4B5A-BCC6-A7F542BB9902}" type="presParOf" srcId="{7B0833A5-3B18-41E6-9391-F5ABE71291B9}" destId="{28B9EF11-7FED-4DEC-A033-3033A7EE537E}" srcOrd="0" destOrd="0" presId="urn:microsoft.com/office/officeart/2008/layout/LinedList"/>
    <dgm:cxn modelId="{43858820-6E55-4484-9AF9-4C2DC2D36031}" type="presParOf" srcId="{7B0833A5-3B18-41E6-9391-F5ABE71291B9}" destId="{2690BD08-EC4E-4F3B-A7CA-8B8D576F615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2F2FE73-B740-4E91-93CC-43CD9176399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006A3D7-2488-4F32-AA8E-1EA232CEA326}">
      <dgm:prSet/>
      <dgm:spPr/>
      <dgm:t>
        <a:bodyPr/>
        <a:lstStyle/>
        <a:p>
          <a:r>
            <a:rPr lang="en-US" b="1"/>
            <a:t>Productivity Boost: </a:t>
          </a:r>
          <a:r>
            <a:rPr lang="en-US"/>
            <a:t>The implementation of structured breaks led to a remarkable 21% increase in employee productivity levels.</a:t>
          </a:r>
        </a:p>
      </dgm:t>
    </dgm:pt>
    <dgm:pt modelId="{3DA2DA7B-87B0-4B47-B2A4-8771A30BEDFA}" type="parTrans" cxnId="{14D15F2F-E349-450A-B53F-BF627297E229}">
      <dgm:prSet/>
      <dgm:spPr/>
      <dgm:t>
        <a:bodyPr/>
        <a:lstStyle/>
        <a:p>
          <a:endParaRPr lang="en-US"/>
        </a:p>
      </dgm:t>
    </dgm:pt>
    <dgm:pt modelId="{FB2E8634-18E7-4FDC-8E17-7EEF80964C08}" type="sibTrans" cxnId="{14D15F2F-E349-450A-B53F-BF627297E229}">
      <dgm:prSet/>
      <dgm:spPr/>
      <dgm:t>
        <a:bodyPr/>
        <a:lstStyle/>
        <a:p>
          <a:endParaRPr lang="en-US"/>
        </a:p>
      </dgm:t>
    </dgm:pt>
    <dgm:pt modelId="{43AC75FB-05D0-4A38-B5DB-C28E840525E7}">
      <dgm:prSet/>
      <dgm:spPr/>
      <dgm:t>
        <a:bodyPr/>
        <a:lstStyle/>
        <a:p>
          <a:r>
            <a:rPr lang="en-US" b="1"/>
            <a:t>Work-Life Balance: </a:t>
          </a:r>
          <a:r>
            <a:rPr lang="en-US"/>
            <a:t>Employees reported a 73% improvement in work-life balance, significantly enhancing their well-being and job satisfaction.</a:t>
          </a:r>
        </a:p>
      </dgm:t>
    </dgm:pt>
    <dgm:pt modelId="{C1C4451E-4DF0-4B51-B6A3-65CCD4CC9929}" type="parTrans" cxnId="{2EA3134C-E333-487C-B67B-768B8E71A53C}">
      <dgm:prSet/>
      <dgm:spPr/>
      <dgm:t>
        <a:bodyPr/>
        <a:lstStyle/>
        <a:p>
          <a:endParaRPr lang="en-US"/>
        </a:p>
      </dgm:t>
    </dgm:pt>
    <dgm:pt modelId="{CBD8CF36-7822-48FF-BBAE-F1ECC00A3798}" type="sibTrans" cxnId="{2EA3134C-E333-487C-B67B-768B8E71A53C}">
      <dgm:prSet/>
      <dgm:spPr/>
      <dgm:t>
        <a:bodyPr/>
        <a:lstStyle/>
        <a:p>
          <a:endParaRPr lang="en-US"/>
        </a:p>
      </dgm:t>
    </dgm:pt>
    <dgm:pt modelId="{038C37D0-D9B8-470B-A079-D157EA69FDD3}">
      <dgm:prSet/>
      <dgm:spPr/>
      <dgm:t>
        <a:bodyPr/>
        <a:lstStyle/>
        <a:p>
          <a:r>
            <a:rPr lang="en-US" b="1"/>
            <a:t>Enhanced Focus: </a:t>
          </a:r>
          <a:r>
            <a:rPr lang="en-US"/>
            <a:t>After regular breaks, focus on tasks improved by 92%, demonstrating the effectiveness of mental reset strategies.</a:t>
          </a:r>
        </a:p>
      </dgm:t>
    </dgm:pt>
    <dgm:pt modelId="{D43B1948-AE44-41D6-A1E1-5B80529E2040}" type="parTrans" cxnId="{56944A64-EF3C-4BE8-98FD-4EC86FE29D3E}">
      <dgm:prSet/>
      <dgm:spPr/>
      <dgm:t>
        <a:bodyPr/>
        <a:lstStyle/>
        <a:p>
          <a:endParaRPr lang="en-US"/>
        </a:p>
      </dgm:t>
    </dgm:pt>
    <dgm:pt modelId="{B1DA7919-DCB5-4ABF-8422-1CA147D0D22B}" type="sibTrans" cxnId="{56944A64-EF3C-4BE8-98FD-4EC86FE29D3E}">
      <dgm:prSet/>
      <dgm:spPr/>
      <dgm:t>
        <a:bodyPr/>
        <a:lstStyle/>
        <a:p>
          <a:endParaRPr lang="en-US"/>
        </a:p>
      </dgm:t>
    </dgm:pt>
    <dgm:pt modelId="{EB5850BE-2F4A-4422-B1EE-A433AC45F10F}" type="pres">
      <dgm:prSet presAssocID="{72F2FE73-B740-4E91-93CC-43CD91763990}" presName="root" presStyleCnt="0">
        <dgm:presLayoutVars>
          <dgm:dir/>
          <dgm:resizeHandles val="exact"/>
        </dgm:presLayoutVars>
      </dgm:prSet>
      <dgm:spPr/>
    </dgm:pt>
    <dgm:pt modelId="{4AEBD8B7-9AFD-4383-B64D-DB7555E98B10}" type="pres">
      <dgm:prSet presAssocID="{E006A3D7-2488-4F32-AA8E-1EA232CEA326}" presName="compNode" presStyleCnt="0"/>
      <dgm:spPr/>
    </dgm:pt>
    <dgm:pt modelId="{487438CB-57D4-4B9F-A98D-5D9CE9731C2B}" type="pres">
      <dgm:prSet presAssocID="{E006A3D7-2488-4F32-AA8E-1EA232CEA326}" presName="bgRect" presStyleLbl="bgShp" presStyleIdx="0" presStyleCnt="3"/>
      <dgm:spPr/>
    </dgm:pt>
    <dgm:pt modelId="{BED2B1CF-B9EC-443D-BA9E-385CF309FA72}" type="pres">
      <dgm:prSet presAssocID="{E006A3D7-2488-4F32-AA8E-1EA232CEA326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903AD8B6-9C17-4BD8-8E63-DC2CAEE96A03}" type="pres">
      <dgm:prSet presAssocID="{E006A3D7-2488-4F32-AA8E-1EA232CEA326}" presName="spaceRect" presStyleCnt="0"/>
      <dgm:spPr/>
    </dgm:pt>
    <dgm:pt modelId="{92BAA183-452F-4F71-AD10-A6E09395E2CA}" type="pres">
      <dgm:prSet presAssocID="{E006A3D7-2488-4F32-AA8E-1EA232CEA326}" presName="parTx" presStyleLbl="revTx" presStyleIdx="0" presStyleCnt="3">
        <dgm:presLayoutVars>
          <dgm:chMax val="0"/>
          <dgm:chPref val="0"/>
        </dgm:presLayoutVars>
      </dgm:prSet>
      <dgm:spPr/>
    </dgm:pt>
    <dgm:pt modelId="{695E5E85-D3F2-4536-ACBD-F987EE5C54A4}" type="pres">
      <dgm:prSet presAssocID="{FB2E8634-18E7-4FDC-8E17-7EEF80964C08}" presName="sibTrans" presStyleCnt="0"/>
      <dgm:spPr/>
    </dgm:pt>
    <dgm:pt modelId="{DACB84AF-0C21-4CC4-9EE6-98C55BA27516}" type="pres">
      <dgm:prSet presAssocID="{43AC75FB-05D0-4A38-B5DB-C28E840525E7}" presName="compNode" presStyleCnt="0"/>
      <dgm:spPr/>
    </dgm:pt>
    <dgm:pt modelId="{781055F7-A4B7-4006-B882-03139A0B81F7}" type="pres">
      <dgm:prSet presAssocID="{43AC75FB-05D0-4A38-B5DB-C28E840525E7}" presName="bgRect" presStyleLbl="bgShp" presStyleIdx="1" presStyleCnt="3"/>
      <dgm:spPr/>
    </dgm:pt>
    <dgm:pt modelId="{53E67185-0B74-4029-9576-FBBD36FF3D55}" type="pres">
      <dgm:prSet presAssocID="{43AC75FB-05D0-4A38-B5DB-C28E840525E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uscle Arm"/>
        </a:ext>
      </dgm:extLst>
    </dgm:pt>
    <dgm:pt modelId="{62353D64-8138-46C9-BCA7-088F74BE1118}" type="pres">
      <dgm:prSet presAssocID="{43AC75FB-05D0-4A38-B5DB-C28E840525E7}" presName="spaceRect" presStyleCnt="0"/>
      <dgm:spPr/>
    </dgm:pt>
    <dgm:pt modelId="{3944C0F3-0478-44B6-8310-B461C6842042}" type="pres">
      <dgm:prSet presAssocID="{43AC75FB-05D0-4A38-B5DB-C28E840525E7}" presName="parTx" presStyleLbl="revTx" presStyleIdx="1" presStyleCnt="3">
        <dgm:presLayoutVars>
          <dgm:chMax val="0"/>
          <dgm:chPref val="0"/>
        </dgm:presLayoutVars>
      </dgm:prSet>
      <dgm:spPr/>
    </dgm:pt>
    <dgm:pt modelId="{66DA382A-BC9A-4A82-88D8-DBF08B0C9AE7}" type="pres">
      <dgm:prSet presAssocID="{CBD8CF36-7822-48FF-BBAE-F1ECC00A3798}" presName="sibTrans" presStyleCnt="0"/>
      <dgm:spPr/>
    </dgm:pt>
    <dgm:pt modelId="{7357CB18-6FB8-4177-A76A-BEF8A27225CE}" type="pres">
      <dgm:prSet presAssocID="{038C37D0-D9B8-470B-A079-D157EA69FDD3}" presName="compNode" presStyleCnt="0"/>
      <dgm:spPr/>
    </dgm:pt>
    <dgm:pt modelId="{3EC1AABD-F839-4751-A93B-91CAD35D9CEF}" type="pres">
      <dgm:prSet presAssocID="{038C37D0-D9B8-470B-A079-D157EA69FDD3}" presName="bgRect" presStyleLbl="bgShp" presStyleIdx="2" presStyleCnt="3"/>
      <dgm:spPr/>
    </dgm:pt>
    <dgm:pt modelId="{EB3B1D99-F483-443C-8B35-6BBE65EABF7D}" type="pres">
      <dgm:prSet presAssocID="{038C37D0-D9B8-470B-A079-D157EA69FDD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4A551841-944C-4ACD-A6A4-52DCD9128567}" type="pres">
      <dgm:prSet presAssocID="{038C37D0-D9B8-470B-A079-D157EA69FDD3}" presName="spaceRect" presStyleCnt="0"/>
      <dgm:spPr/>
    </dgm:pt>
    <dgm:pt modelId="{C1A928F1-B949-47D3-9C37-1914791B0F70}" type="pres">
      <dgm:prSet presAssocID="{038C37D0-D9B8-470B-A079-D157EA69FDD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7A16810-93C1-407D-9D86-C0FA9282106F}" type="presOf" srcId="{72F2FE73-B740-4E91-93CC-43CD91763990}" destId="{EB5850BE-2F4A-4422-B1EE-A433AC45F10F}" srcOrd="0" destOrd="0" presId="urn:microsoft.com/office/officeart/2018/2/layout/IconVerticalSolidList"/>
    <dgm:cxn modelId="{14D15F2F-E349-450A-B53F-BF627297E229}" srcId="{72F2FE73-B740-4E91-93CC-43CD91763990}" destId="{E006A3D7-2488-4F32-AA8E-1EA232CEA326}" srcOrd="0" destOrd="0" parTransId="{3DA2DA7B-87B0-4B47-B2A4-8771A30BEDFA}" sibTransId="{FB2E8634-18E7-4FDC-8E17-7EEF80964C08}"/>
    <dgm:cxn modelId="{56944A64-EF3C-4BE8-98FD-4EC86FE29D3E}" srcId="{72F2FE73-B740-4E91-93CC-43CD91763990}" destId="{038C37D0-D9B8-470B-A079-D157EA69FDD3}" srcOrd="2" destOrd="0" parTransId="{D43B1948-AE44-41D6-A1E1-5B80529E2040}" sibTransId="{B1DA7919-DCB5-4ABF-8422-1CA147D0D22B}"/>
    <dgm:cxn modelId="{7BD86765-4C62-451F-818B-EA2E86F389FB}" type="presOf" srcId="{E006A3D7-2488-4F32-AA8E-1EA232CEA326}" destId="{92BAA183-452F-4F71-AD10-A6E09395E2CA}" srcOrd="0" destOrd="0" presId="urn:microsoft.com/office/officeart/2018/2/layout/IconVerticalSolidList"/>
    <dgm:cxn modelId="{2EA3134C-E333-487C-B67B-768B8E71A53C}" srcId="{72F2FE73-B740-4E91-93CC-43CD91763990}" destId="{43AC75FB-05D0-4A38-B5DB-C28E840525E7}" srcOrd="1" destOrd="0" parTransId="{C1C4451E-4DF0-4B51-B6A3-65CCD4CC9929}" sibTransId="{CBD8CF36-7822-48FF-BBAE-F1ECC00A3798}"/>
    <dgm:cxn modelId="{CC02F7B2-6497-4A2F-92D1-E39195974C02}" type="presOf" srcId="{038C37D0-D9B8-470B-A079-D157EA69FDD3}" destId="{C1A928F1-B949-47D3-9C37-1914791B0F70}" srcOrd="0" destOrd="0" presId="urn:microsoft.com/office/officeart/2018/2/layout/IconVerticalSolidList"/>
    <dgm:cxn modelId="{85B65DBE-3246-4DF2-97DC-B93F3D400F61}" type="presOf" srcId="{43AC75FB-05D0-4A38-B5DB-C28E840525E7}" destId="{3944C0F3-0478-44B6-8310-B461C6842042}" srcOrd="0" destOrd="0" presId="urn:microsoft.com/office/officeart/2018/2/layout/IconVerticalSolidList"/>
    <dgm:cxn modelId="{EC482F5E-378F-47CC-AE40-2FBDD7650DD1}" type="presParOf" srcId="{EB5850BE-2F4A-4422-B1EE-A433AC45F10F}" destId="{4AEBD8B7-9AFD-4383-B64D-DB7555E98B10}" srcOrd="0" destOrd="0" presId="urn:microsoft.com/office/officeart/2018/2/layout/IconVerticalSolidList"/>
    <dgm:cxn modelId="{10ED3E66-C9EF-49AC-BD9C-69FF11214747}" type="presParOf" srcId="{4AEBD8B7-9AFD-4383-B64D-DB7555E98B10}" destId="{487438CB-57D4-4B9F-A98D-5D9CE9731C2B}" srcOrd="0" destOrd="0" presId="urn:microsoft.com/office/officeart/2018/2/layout/IconVerticalSolidList"/>
    <dgm:cxn modelId="{E53F4507-BEFE-4254-9CCD-4634E31830A6}" type="presParOf" srcId="{4AEBD8B7-9AFD-4383-B64D-DB7555E98B10}" destId="{BED2B1CF-B9EC-443D-BA9E-385CF309FA72}" srcOrd="1" destOrd="0" presId="urn:microsoft.com/office/officeart/2018/2/layout/IconVerticalSolidList"/>
    <dgm:cxn modelId="{BF057D22-8FF6-49E1-94DB-9F53BAB13732}" type="presParOf" srcId="{4AEBD8B7-9AFD-4383-B64D-DB7555E98B10}" destId="{903AD8B6-9C17-4BD8-8E63-DC2CAEE96A03}" srcOrd="2" destOrd="0" presId="urn:microsoft.com/office/officeart/2018/2/layout/IconVerticalSolidList"/>
    <dgm:cxn modelId="{ACFA3FA1-0594-43B5-B440-D4A17283984E}" type="presParOf" srcId="{4AEBD8B7-9AFD-4383-B64D-DB7555E98B10}" destId="{92BAA183-452F-4F71-AD10-A6E09395E2CA}" srcOrd="3" destOrd="0" presId="urn:microsoft.com/office/officeart/2018/2/layout/IconVerticalSolidList"/>
    <dgm:cxn modelId="{9D330FC0-8224-413F-9127-58BB1BD07BCD}" type="presParOf" srcId="{EB5850BE-2F4A-4422-B1EE-A433AC45F10F}" destId="{695E5E85-D3F2-4536-ACBD-F987EE5C54A4}" srcOrd="1" destOrd="0" presId="urn:microsoft.com/office/officeart/2018/2/layout/IconVerticalSolidList"/>
    <dgm:cxn modelId="{5A1E0DF5-BB54-4708-8674-42D756536D54}" type="presParOf" srcId="{EB5850BE-2F4A-4422-B1EE-A433AC45F10F}" destId="{DACB84AF-0C21-4CC4-9EE6-98C55BA27516}" srcOrd="2" destOrd="0" presId="urn:microsoft.com/office/officeart/2018/2/layout/IconVerticalSolidList"/>
    <dgm:cxn modelId="{3984E080-CDB8-4866-A758-C7758A7627C5}" type="presParOf" srcId="{DACB84AF-0C21-4CC4-9EE6-98C55BA27516}" destId="{781055F7-A4B7-4006-B882-03139A0B81F7}" srcOrd="0" destOrd="0" presId="urn:microsoft.com/office/officeart/2018/2/layout/IconVerticalSolidList"/>
    <dgm:cxn modelId="{F8DC718B-E393-4BD9-900D-1436F1FBB34C}" type="presParOf" srcId="{DACB84AF-0C21-4CC4-9EE6-98C55BA27516}" destId="{53E67185-0B74-4029-9576-FBBD36FF3D55}" srcOrd="1" destOrd="0" presId="urn:microsoft.com/office/officeart/2018/2/layout/IconVerticalSolidList"/>
    <dgm:cxn modelId="{CAB81C78-042D-4832-8824-BE329F53DBD3}" type="presParOf" srcId="{DACB84AF-0C21-4CC4-9EE6-98C55BA27516}" destId="{62353D64-8138-46C9-BCA7-088F74BE1118}" srcOrd="2" destOrd="0" presId="urn:microsoft.com/office/officeart/2018/2/layout/IconVerticalSolidList"/>
    <dgm:cxn modelId="{04F402F2-ED08-4D95-A942-AC9608A9D011}" type="presParOf" srcId="{DACB84AF-0C21-4CC4-9EE6-98C55BA27516}" destId="{3944C0F3-0478-44B6-8310-B461C6842042}" srcOrd="3" destOrd="0" presId="urn:microsoft.com/office/officeart/2018/2/layout/IconVerticalSolidList"/>
    <dgm:cxn modelId="{AE0A26EE-FFA2-41E6-A4A1-9054E1607048}" type="presParOf" srcId="{EB5850BE-2F4A-4422-B1EE-A433AC45F10F}" destId="{66DA382A-BC9A-4A82-88D8-DBF08B0C9AE7}" srcOrd="3" destOrd="0" presId="urn:microsoft.com/office/officeart/2018/2/layout/IconVerticalSolidList"/>
    <dgm:cxn modelId="{38A9B0FE-26CC-45C6-BC85-9F7D0398A017}" type="presParOf" srcId="{EB5850BE-2F4A-4422-B1EE-A433AC45F10F}" destId="{7357CB18-6FB8-4177-A76A-BEF8A27225CE}" srcOrd="4" destOrd="0" presId="urn:microsoft.com/office/officeart/2018/2/layout/IconVerticalSolidList"/>
    <dgm:cxn modelId="{A5982A40-F2C7-4A5A-8C6B-4E4FF963AB67}" type="presParOf" srcId="{7357CB18-6FB8-4177-A76A-BEF8A27225CE}" destId="{3EC1AABD-F839-4751-A93B-91CAD35D9CEF}" srcOrd="0" destOrd="0" presId="urn:microsoft.com/office/officeart/2018/2/layout/IconVerticalSolidList"/>
    <dgm:cxn modelId="{864D1C29-7748-4129-9A37-15CA0210B5F9}" type="presParOf" srcId="{7357CB18-6FB8-4177-A76A-BEF8A27225CE}" destId="{EB3B1D99-F483-443C-8B35-6BBE65EABF7D}" srcOrd="1" destOrd="0" presId="urn:microsoft.com/office/officeart/2018/2/layout/IconVerticalSolidList"/>
    <dgm:cxn modelId="{9B722D24-1835-44F9-9506-C5DD0011AAD7}" type="presParOf" srcId="{7357CB18-6FB8-4177-A76A-BEF8A27225CE}" destId="{4A551841-944C-4ACD-A6A4-52DCD9128567}" srcOrd="2" destOrd="0" presId="urn:microsoft.com/office/officeart/2018/2/layout/IconVerticalSolidList"/>
    <dgm:cxn modelId="{EED6ACA2-BC13-495D-9738-475B796AF7B4}" type="presParOf" srcId="{7357CB18-6FB8-4177-A76A-BEF8A27225CE}" destId="{C1A928F1-B949-47D3-9C37-1914791B0F7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9028FD4E-5E8F-493D-AFE0-5D61DF9ACD7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4E81366A-FD39-436D-A365-07568C143EDB}">
      <dgm:prSet/>
      <dgm:spPr/>
      <dgm:t>
        <a:bodyPr/>
        <a:lstStyle/>
        <a:p>
          <a:r>
            <a:rPr lang="en-US" b="1"/>
            <a:t>Stigma of Breaks: </a:t>
          </a:r>
          <a:r>
            <a:rPr lang="en-US"/>
            <a:t>Despite supportive environments, many employees still feel apprehensive about taking breaks, fearing negative perceptions.</a:t>
          </a:r>
        </a:p>
      </dgm:t>
    </dgm:pt>
    <dgm:pt modelId="{C1D0B065-5FEF-45FA-BDBE-26C796E6D29F}" type="parTrans" cxnId="{E20118A9-5B69-4043-84BE-4ADC73DF5515}">
      <dgm:prSet/>
      <dgm:spPr/>
      <dgm:t>
        <a:bodyPr/>
        <a:lstStyle/>
        <a:p>
          <a:endParaRPr lang="en-US"/>
        </a:p>
      </dgm:t>
    </dgm:pt>
    <dgm:pt modelId="{A1D3A6F3-9A67-427E-A18F-9F5E93435279}" type="sibTrans" cxnId="{E20118A9-5B69-4043-84BE-4ADC73DF5515}">
      <dgm:prSet/>
      <dgm:spPr/>
      <dgm:t>
        <a:bodyPr/>
        <a:lstStyle/>
        <a:p>
          <a:endParaRPr lang="en-US"/>
        </a:p>
      </dgm:t>
    </dgm:pt>
    <dgm:pt modelId="{ED9F35D4-AEBF-4394-9893-841B9D4A01EA}">
      <dgm:prSet/>
      <dgm:spPr/>
      <dgm:t>
        <a:bodyPr/>
        <a:lstStyle/>
        <a:p>
          <a:r>
            <a:rPr lang="en-US" b="1"/>
            <a:t>Leadership Modeling: </a:t>
          </a:r>
          <a:r>
            <a:rPr lang="en-US"/>
            <a:t>Leaders must actively demonstrate and promote break-taking behaviors to combat stigma and reinforce its importance.</a:t>
          </a:r>
        </a:p>
      </dgm:t>
    </dgm:pt>
    <dgm:pt modelId="{426A208E-A71D-4AA7-8FFD-3945771F9967}" type="parTrans" cxnId="{CB484C39-0A9E-478E-ABF3-BCA5BBD01EF4}">
      <dgm:prSet/>
      <dgm:spPr/>
      <dgm:t>
        <a:bodyPr/>
        <a:lstStyle/>
        <a:p>
          <a:endParaRPr lang="en-US"/>
        </a:p>
      </dgm:t>
    </dgm:pt>
    <dgm:pt modelId="{36AEEBF9-241D-48A4-B4C7-AC0DD95B2E41}" type="sibTrans" cxnId="{CB484C39-0A9E-478E-ABF3-BCA5BBD01EF4}">
      <dgm:prSet/>
      <dgm:spPr/>
      <dgm:t>
        <a:bodyPr/>
        <a:lstStyle/>
        <a:p>
          <a:endParaRPr lang="en-US"/>
        </a:p>
      </dgm:t>
    </dgm:pt>
    <dgm:pt modelId="{1AA7A735-E46A-456B-9FD4-DF70202B1489}">
      <dgm:prSet/>
      <dgm:spPr/>
      <dgm:t>
        <a:bodyPr/>
        <a:lstStyle/>
        <a:p>
          <a:r>
            <a:rPr lang="en-US" b="1"/>
            <a:t>Cultural Reinforcement: </a:t>
          </a:r>
          <a:r>
            <a:rPr lang="en-US"/>
            <a:t>Creating an inclusive culture that values breaks necessitates consistent messaging from leadership to ensure effectiveness.</a:t>
          </a:r>
        </a:p>
      </dgm:t>
    </dgm:pt>
    <dgm:pt modelId="{5F199A7B-A3E6-43C2-9E89-01875754DF3F}" type="parTrans" cxnId="{5C38ADCF-80C1-4AC0-9CBB-E7758C0DCE67}">
      <dgm:prSet/>
      <dgm:spPr/>
      <dgm:t>
        <a:bodyPr/>
        <a:lstStyle/>
        <a:p>
          <a:endParaRPr lang="en-US"/>
        </a:p>
      </dgm:t>
    </dgm:pt>
    <dgm:pt modelId="{F9F17183-C58F-404E-9765-9BAD06645417}" type="sibTrans" cxnId="{5C38ADCF-80C1-4AC0-9CBB-E7758C0DCE67}">
      <dgm:prSet/>
      <dgm:spPr/>
      <dgm:t>
        <a:bodyPr/>
        <a:lstStyle/>
        <a:p>
          <a:endParaRPr lang="en-US"/>
        </a:p>
      </dgm:t>
    </dgm:pt>
    <dgm:pt modelId="{336868E0-FD07-4AE1-9523-0FBFBC911F9C}" type="pres">
      <dgm:prSet presAssocID="{9028FD4E-5E8F-493D-AFE0-5D61DF9ACD71}" presName="root" presStyleCnt="0">
        <dgm:presLayoutVars>
          <dgm:dir/>
          <dgm:resizeHandles val="exact"/>
        </dgm:presLayoutVars>
      </dgm:prSet>
      <dgm:spPr/>
    </dgm:pt>
    <dgm:pt modelId="{5B43F7E9-26F3-4EFD-A70E-777396462DC1}" type="pres">
      <dgm:prSet presAssocID="{4E81366A-FD39-436D-A365-07568C143EDB}" presName="compNode" presStyleCnt="0"/>
      <dgm:spPr/>
    </dgm:pt>
    <dgm:pt modelId="{E5473235-4EC2-4A7F-9835-FEDCE2CA191D}" type="pres">
      <dgm:prSet presAssocID="{4E81366A-FD39-436D-A365-07568C143EDB}" presName="bgRect" presStyleLbl="bgShp" presStyleIdx="0" presStyleCnt="3"/>
      <dgm:spPr/>
    </dgm:pt>
    <dgm:pt modelId="{C8BA3314-2AAF-43C1-82E2-19E4ADF62473}" type="pres">
      <dgm:prSet presAssocID="{4E81366A-FD39-436D-A365-07568C143ED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48FB1832-F0BA-4B29-88F9-A0E1D7BFA1E5}" type="pres">
      <dgm:prSet presAssocID="{4E81366A-FD39-436D-A365-07568C143EDB}" presName="spaceRect" presStyleCnt="0"/>
      <dgm:spPr/>
    </dgm:pt>
    <dgm:pt modelId="{120A8389-A00F-4CA1-9C6B-653DF19C8CC0}" type="pres">
      <dgm:prSet presAssocID="{4E81366A-FD39-436D-A365-07568C143EDB}" presName="parTx" presStyleLbl="revTx" presStyleIdx="0" presStyleCnt="3">
        <dgm:presLayoutVars>
          <dgm:chMax val="0"/>
          <dgm:chPref val="0"/>
        </dgm:presLayoutVars>
      </dgm:prSet>
      <dgm:spPr/>
    </dgm:pt>
    <dgm:pt modelId="{19C8B459-13B4-44F9-B3BA-97A3838CC9E3}" type="pres">
      <dgm:prSet presAssocID="{A1D3A6F3-9A67-427E-A18F-9F5E93435279}" presName="sibTrans" presStyleCnt="0"/>
      <dgm:spPr/>
    </dgm:pt>
    <dgm:pt modelId="{AF3ABAB3-C47C-4785-BE15-C0D7F7AE64EF}" type="pres">
      <dgm:prSet presAssocID="{ED9F35D4-AEBF-4394-9893-841B9D4A01EA}" presName="compNode" presStyleCnt="0"/>
      <dgm:spPr/>
    </dgm:pt>
    <dgm:pt modelId="{9D4A0BBB-126C-48FE-95E5-E46C7A59F493}" type="pres">
      <dgm:prSet presAssocID="{ED9F35D4-AEBF-4394-9893-841B9D4A01EA}" presName="bgRect" presStyleLbl="bgShp" presStyleIdx="1" presStyleCnt="3"/>
      <dgm:spPr/>
    </dgm:pt>
    <dgm:pt modelId="{BAD799AA-AAE6-402A-8EEA-633CD46160C2}" type="pres">
      <dgm:prSet presAssocID="{ED9F35D4-AEBF-4394-9893-841B9D4A01E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FAAEB076-B4CE-4F69-A539-BF59BCA7BC6F}" type="pres">
      <dgm:prSet presAssocID="{ED9F35D4-AEBF-4394-9893-841B9D4A01EA}" presName="spaceRect" presStyleCnt="0"/>
      <dgm:spPr/>
    </dgm:pt>
    <dgm:pt modelId="{E2EAE5F3-2913-4F82-8282-FFBC63CCA9E2}" type="pres">
      <dgm:prSet presAssocID="{ED9F35D4-AEBF-4394-9893-841B9D4A01EA}" presName="parTx" presStyleLbl="revTx" presStyleIdx="1" presStyleCnt="3">
        <dgm:presLayoutVars>
          <dgm:chMax val="0"/>
          <dgm:chPref val="0"/>
        </dgm:presLayoutVars>
      </dgm:prSet>
      <dgm:spPr/>
    </dgm:pt>
    <dgm:pt modelId="{30159E84-84EC-4C10-96A2-2053EE19A4A3}" type="pres">
      <dgm:prSet presAssocID="{36AEEBF9-241D-48A4-B4C7-AC0DD95B2E41}" presName="sibTrans" presStyleCnt="0"/>
      <dgm:spPr/>
    </dgm:pt>
    <dgm:pt modelId="{3C3BA227-19B0-4994-9331-50441E778A85}" type="pres">
      <dgm:prSet presAssocID="{1AA7A735-E46A-456B-9FD4-DF70202B1489}" presName="compNode" presStyleCnt="0"/>
      <dgm:spPr/>
    </dgm:pt>
    <dgm:pt modelId="{FEB1F790-1678-47A2-9AD5-A448FADCAD08}" type="pres">
      <dgm:prSet presAssocID="{1AA7A735-E46A-456B-9FD4-DF70202B1489}" presName="bgRect" presStyleLbl="bgShp" presStyleIdx="2" presStyleCnt="3"/>
      <dgm:spPr/>
    </dgm:pt>
    <dgm:pt modelId="{A2D01F3A-6262-42BA-A290-86004D06CD82}" type="pres">
      <dgm:prSet presAssocID="{1AA7A735-E46A-456B-9FD4-DF70202B148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A729D9B8-C9AB-4459-A50F-F82339704322}" type="pres">
      <dgm:prSet presAssocID="{1AA7A735-E46A-456B-9FD4-DF70202B1489}" presName="spaceRect" presStyleCnt="0"/>
      <dgm:spPr/>
    </dgm:pt>
    <dgm:pt modelId="{F08BA10F-2574-4B82-8633-DD830BBB3116}" type="pres">
      <dgm:prSet presAssocID="{1AA7A735-E46A-456B-9FD4-DF70202B1489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B484C39-0A9E-478E-ABF3-BCA5BBD01EF4}" srcId="{9028FD4E-5E8F-493D-AFE0-5D61DF9ACD71}" destId="{ED9F35D4-AEBF-4394-9893-841B9D4A01EA}" srcOrd="1" destOrd="0" parTransId="{426A208E-A71D-4AA7-8FFD-3945771F9967}" sibTransId="{36AEEBF9-241D-48A4-B4C7-AC0DD95B2E41}"/>
    <dgm:cxn modelId="{A27DBC69-1B67-4B62-938C-F2D7996A091B}" type="presOf" srcId="{4E81366A-FD39-436D-A365-07568C143EDB}" destId="{120A8389-A00F-4CA1-9C6B-653DF19C8CC0}" srcOrd="0" destOrd="0" presId="urn:microsoft.com/office/officeart/2018/2/layout/IconVerticalSolidList"/>
    <dgm:cxn modelId="{783AF67B-FF09-4022-B8FE-72752E1EC425}" type="presOf" srcId="{1AA7A735-E46A-456B-9FD4-DF70202B1489}" destId="{F08BA10F-2574-4B82-8633-DD830BBB3116}" srcOrd="0" destOrd="0" presId="urn:microsoft.com/office/officeart/2018/2/layout/IconVerticalSolidList"/>
    <dgm:cxn modelId="{A65AF48C-87D0-4766-9738-930BCA2B0BB8}" type="presOf" srcId="{9028FD4E-5E8F-493D-AFE0-5D61DF9ACD71}" destId="{336868E0-FD07-4AE1-9523-0FBFBC911F9C}" srcOrd="0" destOrd="0" presId="urn:microsoft.com/office/officeart/2018/2/layout/IconVerticalSolidList"/>
    <dgm:cxn modelId="{E20118A9-5B69-4043-84BE-4ADC73DF5515}" srcId="{9028FD4E-5E8F-493D-AFE0-5D61DF9ACD71}" destId="{4E81366A-FD39-436D-A365-07568C143EDB}" srcOrd="0" destOrd="0" parTransId="{C1D0B065-5FEF-45FA-BDBE-26C796E6D29F}" sibTransId="{A1D3A6F3-9A67-427E-A18F-9F5E93435279}"/>
    <dgm:cxn modelId="{AF3D97CE-2B3C-47F8-B551-7451647E093E}" type="presOf" srcId="{ED9F35D4-AEBF-4394-9893-841B9D4A01EA}" destId="{E2EAE5F3-2913-4F82-8282-FFBC63CCA9E2}" srcOrd="0" destOrd="0" presId="urn:microsoft.com/office/officeart/2018/2/layout/IconVerticalSolidList"/>
    <dgm:cxn modelId="{5C38ADCF-80C1-4AC0-9CBB-E7758C0DCE67}" srcId="{9028FD4E-5E8F-493D-AFE0-5D61DF9ACD71}" destId="{1AA7A735-E46A-456B-9FD4-DF70202B1489}" srcOrd="2" destOrd="0" parTransId="{5F199A7B-A3E6-43C2-9E89-01875754DF3F}" sibTransId="{F9F17183-C58F-404E-9765-9BAD06645417}"/>
    <dgm:cxn modelId="{08AF872C-7E40-46D5-B3D0-76E965933141}" type="presParOf" srcId="{336868E0-FD07-4AE1-9523-0FBFBC911F9C}" destId="{5B43F7E9-26F3-4EFD-A70E-777396462DC1}" srcOrd="0" destOrd="0" presId="urn:microsoft.com/office/officeart/2018/2/layout/IconVerticalSolidList"/>
    <dgm:cxn modelId="{9B0A6FC0-D600-4B90-954E-24F0F21FD29F}" type="presParOf" srcId="{5B43F7E9-26F3-4EFD-A70E-777396462DC1}" destId="{E5473235-4EC2-4A7F-9835-FEDCE2CA191D}" srcOrd="0" destOrd="0" presId="urn:microsoft.com/office/officeart/2018/2/layout/IconVerticalSolidList"/>
    <dgm:cxn modelId="{6B0BB58A-11F7-4D9B-A101-54D38DCC28B6}" type="presParOf" srcId="{5B43F7E9-26F3-4EFD-A70E-777396462DC1}" destId="{C8BA3314-2AAF-43C1-82E2-19E4ADF62473}" srcOrd="1" destOrd="0" presId="urn:microsoft.com/office/officeart/2018/2/layout/IconVerticalSolidList"/>
    <dgm:cxn modelId="{D3204179-1B11-4578-AC48-A05B650B2F51}" type="presParOf" srcId="{5B43F7E9-26F3-4EFD-A70E-777396462DC1}" destId="{48FB1832-F0BA-4B29-88F9-A0E1D7BFA1E5}" srcOrd="2" destOrd="0" presId="urn:microsoft.com/office/officeart/2018/2/layout/IconVerticalSolidList"/>
    <dgm:cxn modelId="{0BA5BEBB-7FE1-4B60-821F-A872C2363EF6}" type="presParOf" srcId="{5B43F7E9-26F3-4EFD-A70E-777396462DC1}" destId="{120A8389-A00F-4CA1-9C6B-653DF19C8CC0}" srcOrd="3" destOrd="0" presId="urn:microsoft.com/office/officeart/2018/2/layout/IconVerticalSolidList"/>
    <dgm:cxn modelId="{D9B68E4D-75C8-4938-91CD-181BA5AF40B3}" type="presParOf" srcId="{336868E0-FD07-4AE1-9523-0FBFBC911F9C}" destId="{19C8B459-13B4-44F9-B3BA-97A3838CC9E3}" srcOrd="1" destOrd="0" presId="urn:microsoft.com/office/officeart/2018/2/layout/IconVerticalSolidList"/>
    <dgm:cxn modelId="{6F112819-7C15-4081-8653-4DCA8AB3C962}" type="presParOf" srcId="{336868E0-FD07-4AE1-9523-0FBFBC911F9C}" destId="{AF3ABAB3-C47C-4785-BE15-C0D7F7AE64EF}" srcOrd="2" destOrd="0" presId="urn:microsoft.com/office/officeart/2018/2/layout/IconVerticalSolidList"/>
    <dgm:cxn modelId="{733D0468-DFF9-4C0D-9F87-FA17FCA7AD96}" type="presParOf" srcId="{AF3ABAB3-C47C-4785-BE15-C0D7F7AE64EF}" destId="{9D4A0BBB-126C-48FE-95E5-E46C7A59F493}" srcOrd="0" destOrd="0" presId="urn:microsoft.com/office/officeart/2018/2/layout/IconVerticalSolidList"/>
    <dgm:cxn modelId="{36D21B0B-5CAB-40AF-8F39-B2D491DB9C65}" type="presParOf" srcId="{AF3ABAB3-C47C-4785-BE15-C0D7F7AE64EF}" destId="{BAD799AA-AAE6-402A-8EEA-633CD46160C2}" srcOrd="1" destOrd="0" presId="urn:microsoft.com/office/officeart/2018/2/layout/IconVerticalSolidList"/>
    <dgm:cxn modelId="{F271D290-F2D7-4571-87F4-0C19EFFC72A9}" type="presParOf" srcId="{AF3ABAB3-C47C-4785-BE15-C0D7F7AE64EF}" destId="{FAAEB076-B4CE-4F69-A539-BF59BCA7BC6F}" srcOrd="2" destOrd="0" presId="urn:microsoft.com/office/officeart/2018/2/layout/IconVerticalSolidList"/>
    <dgm:cxn modelId="{7E72DDD7-CA9C-4174-927E-62F93623989C}" type="presParOf" srcId="{AF3ABAB3-C47C-4785-BE15-C0D7F7AE64EF}" destId="{E2EAE5F3-2913-4F82-8282-FFBC63CCA9E2}" srcOrd="3" destOrd="0" presId="urn:microsoft.com/office/officeart/2018/2/layout/IconVerticalSolidList"/>
    <dgm:cxn modelId="{DCE7E5AE-3C57-419A-9137-97628C945E2E}" type="presParOf" srcId="{336868E0-FD07-4AE1-9523-0FBFBC911F9C}" destId="{30159E84-84EC-4C10-96A2-2053EE19A4A3}" srcOrd="3" destOrd="0" presId="urn:microsoft.com/office/officeart/2018/2/layout/IconVerticalSolidList"/>
    <dgm:cxn modelId="{9A947070-5310-4C46-8300-DDC62D170573}" type="presParOf" srcId="{336868E0-FD07-4AE1-9523-0FBFBC911F9C}" destId="{3C3BA227-19B0-4994-9331-50441E778A85}" srcOrd="4" destOrd="0" presId="urn:microsoft.com/office/officeart/2018/2/layout/IconVerticalSolidList"/>
    <dgm:cxn modelId="{A5965BB5-8F19-4415-944F-31CEBA1F3AE1}" type="presParOf" srcId="{3C3BA227-19B0-4994-9331-50441E778A85}" destId="{FEB1F790-1678-47A2-9AD5-A448FADCAD08}" srcOrd="0" destOrd="0" presId="urn:microsoft.com/office/officeart/2018/2/layout/IconVerticalSolidList"/>
    <dgm:cxn modelId="{555B0342-2528-4C7B-BD97-4EF3434A0EF4}" type="presParOf" srcId="{3C3BA227-19B0-4994-9331-50441E778A85}" destId="{A2D01F3A-6262-42BA-A290-86004D06CD82}" srcOrd="1" destOrd="0" presId="urn:microsoft.com/office/officeart/2018/2/layout/IconVerticalSolidList"/>
    <dgm:cxn modelId="{F8E3BA11-BDF4-4ED7-A708-7F65B5258A26}" type="presParOf" srcId="{3C3BA227-19B0-4994-9331-50441E778A85}" destId="{A729D9B8-C9AB-4459-A50F-F82339704322}" srcOrd="2" destOrd="0" presId="urn:microsoft.com/office/officeart/2018/2/layout/IconVerticalSolidList"/>
    <dgm:cxn modelId="{5B99E14A-A60B-4295-8D3B-7C6099FB4652}" type="presParOf" srcId="{3C3BA227-19B0-4994-9331-50441E778A85}" destId="{F08BA10F-2574-4B82-8633-DD830BBB311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E2FAA67-862F-48B1-A513-3E0E2C4D269D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B814A7E-E74E-49D7-B257-31399A2C23BB}">
      <dgm:prSet/>
      <dgm:spPr/>
      <dgm:t>
        <a:bodyPr/>
        <a:lstStyle/>
        <a:p>
          <a:r>
            <a:rPr lang="en-US" b="1"/>
            <a:t>Challenges for Support Roles: </a:t>
          </a:r>
          <a:r>
            <a:rPr lang="en-US"/>
            <a:t>Customer support teams face unique hurdles in taking breaks due to continuous demand and urgency.</a:t>
          </a:r>
        </a:p>
      </dgm:t>
    </dgm:pt>
    <dgm:pt modelId="{CDE1BC95-56B4-4457-A9D0-B53187CA5825}" type="parTrans" cxnId="{1C564A4B-AA57-4C35-A0C1-48DCD2B4D795}">
      <dgm:prSet/>
      <dgm:spPr/>
      <dgm:t>
        <a:bodyPr/>
        <a:lstStyle/>
        <a:p>
          <a:endParaRPr lang="en-US"/>
        </a:p>
      </dgm:t>
    </dgm:pt>
    <dgm:pt modelId="{086A0F1B-8473-4ECF-9169-4C6D998F6099}" type="sibTrans" cxnId="{1C564A4B-AA57-4C35-A0C1-48DCD2B4D795}">
      <dgm:prSet/>
      <dgm:spPr/>
      <dgm:t>
        <a:bodyPr/>
        <a:lstStyle/>
        <a:p>
          <a:endParaRPr lang="en-US"/>
        </a:p>
      </dgm:t>
    </dgm:pt>
    <dgm:pt modelId="{827E514F-DB72-42AB-BAA1-55EE1DFEFA95}">
      <dgm:prSet/>
      <dgm:spPr/>
      <dgm:t>
        <a:bodyPr/>
        <a:lstStyle/>
        <a:p>
          <a:r>
            <a:rPr lang="en-US" b="1"/>
            <a:t>Tailored Break Strategies: </a:t>
          </a:r>
          <a:r>
            <a:rPr lang="en-US"/>
            <a:t>Custom break schedules that accommodate critical coverage can mitigate stress in high-demand environments effectively.</a:t>
          </a:r>
        </a:p>
      </dgm:t>
    </dgm:pt>
    <dgm:pt modelId="{DE7B07B9-C819-41CF-9958-4DF49D821AA8}" type="parTrans" cxnId="{01EDCCE4-D3AA-4813-8E3E-D0AEC4ED0E4A}">
      <dgm:prSet/>
      <dgm:spPr/>
      <dgm:t>
        <a:bodyPr/>
        <a:lstStyle/>
        <a:p>
          <a:endParaRPr lang="en-US"/>
        </a:p>
      </dgm:t>
    </dgm:pt>
    <dgm:pt modelId="{F01CEE27-D8A5-4455-89C7-B2CA7864A476}" type="sibTrans" cxnId="{01EDCCE4-D3AA-4813-8E3E-D0AEC4ED0E4A}">
      <dgm:prSet/>
      <dgm:spPr/>
      <dgm:t>
        <a:bodyPr/>
        <a:lstStyle/>
        <a:p>
          <a:endParaRPr lang="en-US"/>
        </a:p>
      </dgm:t>
    </dgm:pt>
    <dgm:pt modelId="{52AED9C2-0D57-4A18-B2D6-51E950802F74}">
      <dgm:prSet/>
      <dgm:spPr/>
      <dgm:t>
        <a:bodyPr/>
        <a:lstStyle/>
        <a:p>
          <a:r>
            <a:rPr lang="en-US" b="1"/>
            <a:t>Trialing Innovative Approaches: </a:t>
          </a:r>
          <a:r>
            <a:rPr lang="en-US"/>
            <a:t>Implementing experimental strategies, such as micro-breaks or shift rotations, may enhance well-being in these teams.</a:t>
          </a:r>
        </a:p>
      </dgm:t>
    </dgm:pt>
    <dgm:pt modelId="{40AAAAC6-A7D0-41EC-8C29-216AF354664A}" type="parTrans" cxnId="{87ED6127-6A60-4B27-B23E-5613AE771094}">
      <dgm:prSet/>
      <dgm:spPr/>
      <dgm:t>
        <a:bodyPr/>
        <a:lstStyle/>
        <a:p>
          <a:endParaRPr lang="en-US"/>
        </a:p>
      </dgm:t>
    </dgm:pt>
    <dgm:pt modelId="{70311E45-9B1B-4C95-947F-E135B8E97B31}" type="sibTrans" cxnId="{87ED6127-6A60-4B27-B23E-5613AE771094}">
      <dgm:prSet/>
      <dgm:spPr/>
      <dgm:t>
        <a:bodyPr/>
        <a:lstStyle/>
        <a:p>
          <a:endParaRPr lang="en-US"/>
        </a:p>
      </dgm:t>
    </dgm:pt>
    <dgm:pt modelId="{054390A2-818A-4AA9-9E90-44830D7A3943}" type="pres">
      <dgm:prSet presAssocID="{1E2FAA67-862F-48B1-A513-3E0E2C4D269D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0877F57-19AA-493A-87F7-5546909D82EA}" type="pres">
      <dgm:prSet presAssocID="{5B814A7E-E74E-49D7-B257-31399A2C23BB}" presName="hierRoot1" presStyleCnt="0"/>
      <dgm:spPr/>
    </dgm:pt>
    <dgm:pt modelId="{EC930433-0D8A-4ED3-9287-BD451C8BC9B2}" type="pres">
      <dgm:prSet presAssocID="{5B814A7E-E74E-49D7-B257-31399A2C23BB}" presName="composite" presStyleCnt="0"/>
      <dgm:spPr/>
    </dgm:pt>
    <dgm:pt modelId="{21554E2C-4970-424B-86DB-ECBDADA23E93}" type="pres">
      <dgm:prSet presAssocID="{5B814A7E-E74E-49D7-B257-31399A2C23BB}" presName="background" presStyleLbl="node0" presStyleIdx="0" presStyleCnt="3"/>
      <dgm:spPr/>
    </dgm:pt>
    <dgm:pt modelId="{AD47BEF5-6A8D-48C0-9F9A-AD7993EB1B67}" type="pres">
      <dgm:prSet presAssocID="{5B814A7E-E74E-49D7-B257-31399A2C23BB}" presName="text" presStyleLbl="fgAcc0" presStyleIdx="0" presStyleCnt="3">
        <dgm:presLayoutVars>
          <dgm:chPref val="3"/>
        </dgm:presLayoutVars>
      </dgm:prSet>
      <dgm:spPr/>
    </dgm:pt>
    <dgm:pt modelId="{63BC1E1F-4801-4376-8D76-586D8D3FA375}" type="pres">
      <dgm:prSet presAssocID="{5B814A7E-E74E-49D7-B257-31399A2C23BB}" presName="hierChild2" presStyleCnt="0"/>
      <dgm:spPr/>
    </dgm:pt>
    <dgm:pt modelId="{2A989CE1-A8E3-4773-B249-DCE6D1BFB746}" type="pres">
      <dgm:prSet presAssocID="{827E514F-DB72-42AB-BAA1-55EE1DFEFA95}" presName="hierRoot1" presStyleCnt="0"/>
      <dgm:spPr/>
    </dgm:pt>
    <dgm:pt modelId="{086F0AB1-5E6F-4D0B-A839-4D6D81331203}" type="pres">
      <dgm:prSet presAssocID="{827E514F-DB72-42AB-BAA1-55EE1DFEFA95}" presName="composite" presStyleCnt="0"/>
      <dgm:spPr/>
    </dgm:pt>
    <dgm:pt modelId="{8FE52BA5-A572-43B5-9B93-ABE6E8AB36BA}" type="pres">
      <dgm:prSet presAssocID="{827E514F-DB72-42AB-BAA1-55EE1DFEFA95}" presName="background" presStyleLbl="node0" presStyleIdx="1" presStyleCnt="3"/>
      <dgm:spPr/>
    </dgm:pt>
    <dgm:pt modelId="{706ADC2A-575D-4970-8726-1F8826ECA5F4}" type="pres">
      <dgm:prSet presAssocID="{827E514F-DB72-42AB-BAA1-55EE1DFEFA95}" presName="text" presStyleLbl="fgAcc0" presStyleIdx="1" presStyleCnt="3">
        <dgm:presLayoutVars>
          <dgm:chPref val="3"/>
        </dgm:presLayoutVars>
      </dgm:prSet>
      <dgm:spPr/>
    </dgm:pt>
    <dgm:pt modelId="{65AB6088-8A80-45C9-96A4-7FD1330E5AE1}" type="pres">
      <dgm:prSet presAssocID="{827E514F-DB72-42AB-BAA1-55EE1DFEFA95}" presName="hierChild2" presStyleCnt="0"/>
      <dgm:spPr/>
    </dgm:pt>
    <dgm:pt modelId="{5970E422-C90F-40A6-B510-A41189A26146}" type="pres">
      <dgm:prSet presAssocID="{52AED9C2-0D57-4A18-B2D6-51E950802F74}" presName="hierRoot1" presStyleCnt="0"/>
      <dgm:spPr/>
    </dgm:pt>
    <dgm:pt modelId="{DCC5D60F-4DB0-490E-B02E-959FCD30CD2C}" type="pres">
      <dgm:prSet presAssocID="{52AED9C2-0D57-4A18-B2D6-51E950802F74}" presName="composite" presStyleCnt="0"/>
      <dgm:spPr/>
    </dgm:pt>
    <dgm:pt modelId="{62A34AB1-5838-4B32-92E7-7EBE194ACB5B}" type="pres">
      <dgm:prSet presAssocID="{52AED9C2-0D57-4A18-B2D6-51E950802F74}" presName="background" presStyleLbl="node0" presStyleIdx="2" presStyleCnt="3"/>
      <dgm:spPr/>
    </dgm:pt>
    <dgm:pt modelId="{B182FA61-44A7-4F94-808E-0DA390CD8D00}" type="pres">
      <dgm:prSet presAssocID="{52AED9C2-0D57-4A18-B2D6-51E950802F74}" presName="text" presStyleLbl="fgAcc0" presStyleIdx="2" presStyleCnt="3">
        <dgm:presLayoutVars>
          <dgm:chPref val="3"/>
        </dgm:presLayoutVars>
      </dgm:prSet>
      <dgm:spPr/>
    </dgm:pt>
    <dgm:pt modelId="{9012D4F6-809A-42AF-8D37-1B72470040BE}" type="pres">
      <dgm:prSet presAssocID="{52AED9C2-0D57-4A18-B2D6-51E950802F74}" presName="hierChild2" presStyleCnt="0"/>
      <dgm:spPr/>
    </dgm:pt>
  </dgm:ptLst>
  <dgm:cxnLst>
    <dgm:cxn modelId="{87ED6127-6A60-4B27-B23E-5613AE771094}" srcId="{1E2FAA67-862F-48B1-A513-3E0E2C4D269D}" destId="{52AED9C2-0D57-4A18-B2D6-51E950802F74}" srcOrd="2" destOrd="0" parTransId="{40AAAAC6-A7D0-41EC-8C29-216AF354664A}" sibTransId="{70311E45-9B1B-4C95-947F-E135B8E97B31}"/>
    <dgm:cxn modelId="{C0D1535E-BF90-401F-A0D2-7653B3D9C883}" type="presOf" srcId="{52AED9C2-0D57-4A18-B2D6-51E950802F74}" destId="{B182FA61-44A7-4F94-808E-0DA390CD8D00}" srcOrd="0" destOrd="0" presId="urn:microsoft.com/office/officeart/2005/8/layout/hierarchy1"/>
    <dgm:cxn modelId="{1C564A4B-AA57-4C35-A0C1-48DCD2B4D795}" srcId="{1E2FAA67-862F-48B1-A513-3E0E2C4D269D}" destId="{5B814A7E-E74E-49D7-B257-31399A2C23BB}" srcOrd="0" destOrd="0" parTransId="{CDE1BC95-56B4-4457-A9D0-B53187CA5825}" sibTransId="{086A0F1B-8473-4ECF-9169-4C6D998F6099}"/>
    <dgm:cxn modelId="{3EE23777-93E9-49A5-A37D-CD18F8641539}" type="presOf" srcId="{827E514F-DB72-42AB-BAA1-55EE1DFEFA95}" destId="{706ADC2A-575D-4970-8726-1F8826ECA5F4}" srcOrd="0" destOrd="0" presId="urn:microsoft.com/office/officeart/2005/8/layout/hierarchy1"/>
    <dgm:cxn modelId="{31D84F8D-A31D-45B9-9325-89530BBFCC0C}" type="presOf" srcId="{1E2FAA67-862F-48B1-A513-3E0E2C4D269D}" destId="{054390A2-818A-4AA9-9E90-44830D7A3943}" srcOrd="0" destOrd="0" presId="urn:microsoft.com/office/officeart/2005/8/layout/hierarchy1"/>
    <dgm:cxn modelId="{6126E2D7-A3D8-4149-B8EA-2876CCCE4F0A}" type="presOf" srcId="{5B814A7E-E74E-49D7-B257-31399A2C23BB}" destId="{AD47BEF5-6A8D-48C0-9F9A-AD7993EB1B67}" srcOrd="0" destOrd="0" presId="urn:microsoft.com/office/officeart/2005/8/layout/hierarchy1"/>
    <dgm:cxn modelId="{01EDCCE4-D3AA-4813-8E3E-D0AEC4ED0E4A}" srcId="{1E2FAA67-862F-48B1-A513-3E0E2C4D269D}" destId="{827E514F-DB72-42AB-BAA1-55EE1DFEFA95}" srcOrd="1" destOrd="0" parTransId="{DE7B07B9-C819-41CF-9958-4DF49D821AA8}" sibTransId="{F01CEE27-D8A5-4455-89C7-B2CA7864A476}"/>
    <dgm:cxn modelId="{C61232D7-93F7-4DBA-A661-5C6604AAD4E9}" type="presParOf" srcId="{054390A2-818A-4AA9-9E90-44830D7A3943}" destId="{C0877F57-19AA-493A-87F7-5546909D82EA}" srcOrd="0" destOrd="0" presId="urn:microsoft.com/office/officeart/2005/8/layout/hierarchy1"/>
    <dgm:cxn modelId="{FA895E00-E898-4CA2-A4BF-D22E40840997}" type="presParOf" srcId="{C0877F57-19AA-493A-87F7-5546909D82EA}" destId="{EC930433-0D8A-4ED3-9287-BD451C8BC9B2}" srcOrd="0" destOrd="0" presId="urn:microsoft.com/office/officeart/2005/8/layout/hierarchy1"/>
    <dgm:cxn modelId="{C2644E2D-3A10-43BA-B73D-4CAF65FD5FF1}" type="presParOf" srcId="{EC930433-0D8A-4ED3-9287-BD451C8BC9B2}" destId="{21554E2C-4970-424B-86DB-ECBDADA23E93}" srcOrd="0" destOrd="0" presId="urn:microsoft.com/office/officeart/2005/8/layout/hierarchy1"/>
    <dgm:cxn modelId="{1DC6A832-D058-42D4-8A14-CE77986F232A}" type="presParOf" srcId="{EC930433-0D8A-4ED3-9287-BD451C8BC9B2}" destId="{AD47BEF5-6A8D-48C0-9F9A-AD7993EB1B67}" srcOrd="1" destOrd="0" presId="urn:microsoft.com/office/officeart/2005/8/layout/hierarchy1"/>
    <dgm:cxn modelId="{2E748422-51B6-4CF1-A788-5D984C284CB4}" type="presParOf" srcId="{C0877F57-19AA-493A-87F7-5546909D82EA}" destId="{63BC1E1F-4801-4376-8D76-586D8D3FA375}" srcOrd="1" destOrd="0" presId="urn:microsoft.com/office/officeart/2005/8/layout/hierarchy1"/>
    <dgm:cxn modelId="{B89AD059-1462-41CB-A2E4-21EDD8C322BC}" type="presParOf" srcId="{054390A2-818A-4AA9-9E90-44830D7A3943}" destId="{2A989CE1-A8E3-4773-B249-DCE6D1BFB746}" srcOrd="1" destOrd="0" presId="urn:microsoft.com/office/officeart/2005/8/layout/hierarchy1"/>
    <dgm:cxn modelId="{AC4B0035-241F-4622-A752-E9FC9ED6ABE7}" type="presParOf" srcId="{2A989CE1-A8E3-4773-B249-DCE6D1BFB746}" destId="{086F0AB1-5E6F-4D0B-A839-4D6D81331203}" srcOrd="0" destOrd="0" presId="urn:microsoft.com/office/officeart/2005/8/layout/hierarchy1"/>
    <dgm:cxn modelId="{F7E31C08-118F-4C1A-A6CA-FF20866AEE1F}" type="presParOf" srcId="{086F0AB1-5E6F-4D0B-A839-4D6D81331203}" destId="{8FE52BA5-A572-43B5-9B93-ABE6E8AB36BA}" srcOrd="0" destOrd="0" presId="urn:microsoft.com/office/officeart/2005/8/layout/hierarchy1"/>
    <dgm:cxn modelId="{43521447-F37B-439F-9C78-50A015F08A81}" type="presParOf" srcId="{086F0AB1-5E6F-4D0B-A839-4D6D81331203}" destId="{706ADC2A-575D-4970-8726-1F8826ECA5F4}" srcOrd="1" destOrd="0" presId="urn:microsoft.com/office/officeart/2005/8/layout/hierarchy1"/>
    <dgm:cxn modelId="{BBC1269B-DC6E-4CD4-BFF9-A01F4A06756F}" type="presParOf" srcId="{2A989CE1-A8E3-4773-B249-DCE6D1BFB746}" destId="{65AB6088-8A80-45C9-96A4-7FD1330E5AE1}" srcOrd="1" destOrd="0" presId="urn:microsoft.com/office/officeart/2005/8/layout/hierarchy1"/>
    <dgm:cxn modelId="{E9C00D1C-089E-4074-AA0D-189805B014DB}" type="presParOf" srcId="{054390A2-818A-4AA9-9E90-44830D7A3943}" destId="{5970E422-C90F-40A6-B510-A41189A26146}" srcOrd="2" destOrd="0" presId="urn:microsoft.com/office/officeart/2005/8/layout/hierarchy1"/>
    <dgm:cxn modelId="{3AA3D293-B41D-4E94-91E6-F3F142011173}" type="presParOf" srcId="{5970E422-C90F-40A6-B510-A41189A26146}" destId="{DCC5D60F-4DB0-490E-B02E-959FCD30CD2C}" srcOrd="0" destOrd="0" presId="urn:microsoft.com/office/officeart/2005/8/layout/hierarchy1"/>
    <dgm:cxn modelId="{87DABD9A-E595-4D6E-B8CB-1982C53364CE}" type="presParOf" srcId="{DCC5D60F-4DB0-490E-B02E-959FCD30CD2C}" destId="{62A34AB1-5838-4B32-92E7-7EBE194ACB5B}" srcOrd="0" destOrd="0" presId="urn:microsoft.com/office/officeart/2005/8/layout/hierarchy1"/>
    <dgm:cxn modelId="{D5940A94-3209-4BE2-AD90-A702BFCACD3C}" type="presParOf" srcId="{DCC5D60F-4DB0-490E-B02E-959FCD30CD2C}" destId="{B182FA61-44A7-4F94-808E-0DA390CD8D00}" srcOrd="1" destOrd="0" presId="urn:microsoft.com/office/officeart/2005/8/layout/hierarchy1"/>
    <dgm:cxn modelId="{FEF2EF39-F549-4541-A040-DCEEE81EE4FE}" type="presParOf" srcId="{5970E422-C90F-40A6-B510-A41189A26146}" destId="{9012D4F6-809A-42AF-8D37-1B72470040B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FAD96B45-DA2C-4BB4-8CF9-2E717914D31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E050874-01FD-4CC0-83DF-3BB8996B0C17}">
      <dgm:prSet/>
      <dgm:spPr/>
      <dgm:t>
        <a:bodyPr/>
        <a:lstStyle/>
        <a:p>
          <a:r>
            <a:rPr lang="en-US" b="1"/>
            <a:t>Long-Term Effects: </a:t>
          </a:r>
          <a:r>
            <a:rPr lang="en-US"/>
            <a:t>Future research could investigate the sustained impacts of breaks on productivity across various timeframes.</a:t>
          </a:r>
        </a:p>
      </dgm:t>
    </dgm:pt>
    <dgm:pt modelId="{CE5ED502-9CD7-470D-A6EE-2ADC5C0B1614}" type="parTrans" cxnId="{E7EBB895-0E1E-4612-9919-E754B075A6C9}">
      <dgm:prSet/>
      <dgm:spPr/>
      <dgm:t>
        <a:bodyPr/>
        <a:lstStyle/>
        <a:p>
          <a:endParaRPr lang="en-US"/>
        </a:p>
      </dgm:t>
    </dgm:pt>
    <dgm:pt modelId="{E472B8EF-20F0-4DBB-A0EF-4816A025EBEC}" type="sibTrans" cxnId="{E7EBB895-0E1E-4612-9919-E754B075A6C9}">
      <dgm:prSet/>
      <dgm:spPr/>
      <dgm:t>
        <a:bodyPr/>
        <a:lstStyle/>
        <a:p>
          <a:endParaRPr lang="en-US"/>
        </a:p>
      </dgm:t>
    </dgm:pt>
    <dgm:pt modelId="{14655779-06FD-41BF-80E8-FFFF81E6F76D}">
      <dgm:prSet/>
      <dgm:spPr/>
      <dgm:t>
        <a:bodyPr/>
        <a:lstStyle/>
        <a:p>
          <a:r>
            <a:rPr lang="en-US" b="1"/>
            <a:t>Industry Comparisons: </a:t>
          </a:r>
          <a:r>
            <a:rPr lang="en-US"/>
            <a:t>Exploring break efficacy among different industries may reveal unique patterns and tailored strategies for improvement.</a:t>
          </a:r>
        </a:p>
      </dgm:t>
    </dgm:pt>
    <dgm:pt modelId="{D93D9A96-0FF2-4CED-8875-26EB79A954C0}" type="parTrans" cxnId="{8614D88C-987B-4A5D-AD22-DB314A12ADFA}">
      <dgm:prSet/>
      <dgm:spPr/>
      <dgm:t>
        <a:bodyPr/>
        <a:lstStyle/>
        <a:p>
          <a:endParaRPr lang="en-US"/>
        </a:p>
      </dgm:t>
    </dgm:pt>
    <dgm:pt modelId="{8946C9D9-141B-4889-BC06-FFB552D090A8}" type="sibTrans" cxnId="{8614D88C-987B-4A5D-AD22-DB314A12ADFA}">
      <dgm:prSet/>
      <dgm:spPr/>
      <dgm:t>
        <a:bodyPr/>
        <a:lstStyle/>
        <a:p>
          <a:endParaRPr lang="en-US"/>
        </a:p>
      </dgm:t>
    </dgm:pt>
    <dgm:pt modelId="{3202F872-FC4D-4D31-9920-8FE7B3C423B0}">
      <dgm:prSet/>
      <dgm:spPr/>
      <dgm:t>
        <a:bodyPr/>
        <a:lstStyle/>
        <a:p>
          <a:r>
            <a:rPr lang="en-US" b="1"/>
            <a:t>Cultural Perspectives: </a:t>
          </a:r>
          <a:r>
            <a:rPr lang="en-US"/>
            <a:t>Understanding how diverse organizational cultures perceive breaks can enhance implementation and acceptance in varying contexts.</a:t>
          </a:r>
        </a:p>
      </dgm:t>
    </dgm:pt>
    <dgm:pt modelId="{538F8335-941A-4D53-944A-86B056FE14E9}" type="parTrans" cxnId="{DE4FC6D2-AE9C-4C36-88AB-5D7253713078}">
      <dgm:prSet/>
      <dgm:spPr/>
      <dgm:t>
        <a:bodyPr/>
        <a:lstStyle/>
        <a:p>
          <a:endParaRPr lang="en-US"/>
        </a:p>
      </dgm:t>
    </dgm:pt>
    <dgm:pt modelId="{340847D8-1013-4293-B7C9-6DD9E408E322}" type="sibTrans" cxnId="{DE4FC6D2-AE9C-4C36-88AB-5D7253713078}">
      <dgm:prSet/>
      <dgm:spPr/>
      <dgm:t>
        <a:bodyPr/>
        <a:lstStyle/>
        <a:p>
          <a:endParaRPr lang="en-US"/>
        </a:p>
      </dgm:t>
    </dgm:pt>
    <dgm:pt modelId="{6B93AB15-6958-4D44-B97D-F620D1C4F66C}" type="pres">
      <dgm:prSet presAssocID="{FAD96B45-DA2C-4BB4-8CF9-2E717914D314}" presName="root" presStyleCnt="0">
        <dgm:presLayoutVars>
          <dgm:dir/>
          <dgm:resizeHandles val="exact"/>
        </dgm:presLayoutVars>
      </dgm:prSet>
      <dgm:spPr/>
    </dgm:pt>
    <dgm:pt modelId="{F0604171-B129-4464-A9F2-0F0A383B09B1}" type="pres">
      <dgm:prSet presAssocID="{0E050874-01FD-4CC0-83DF-3BB8996B0C17}" presName="compNode" presStyleCnt="0"/>
      <dgm:spPr/>
    </dgm:pt>
    <dgm:pt modelId="{0818E6F4-06AA-48EE-B733-22A62283F159}" type="pres">
      <dgm:prSet presAssocID="{0E050874-01FD-4CC0-83DF-3BB8996B0C1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AC97D62-F501-451C-BA44-5A7B19DB3706}" type="pres">
      <dgm:prSet presAssocID="{0E050874-01FD-4CC0-83DF-3BB8996B0C17}" presName="spaceRect" presStyleCnt="0"/>
      <dgm:spPr/>
    </dgm:pt>
    <dgm:pt modelId="{F134F3C2-34C6-4546-B282-020299E1046B}" type="pres">
      <dgm:prSet presAssocID="{0E050874-01FD-4CC0-83DF-3BB8996B0C17}" presName="textRect" presStyleLbl="revTx" presStyleIdx="0" presStyleCnt="3">
        <dgm:presLayoutVars>
          <dgm:chMax val="1"/>
          <dgm:chPref val="1"/>
        </dgm:presLayoutVars>
      </dgm:prSet>
      <dgm:spPr/>
    </dgm:pt>
    <dgm:pt modelId="{F9783D68-9705-4A2C-B7A5-89CE601BB5F2}" type="pres">
      <dgm:prSet presAssocID="{E472B8EF-20F0-4DBB-A0EF-4816A025EBEC}" presName="sibTrans" presStyleCnt="0"/>
      <dgm:spPr/>
    </dgm:pt>
    <dgm:pt modelId="{35B7A12E-934E-4835-AC1B-052CFE19D89C}" type="pres">
      <dgm:prSet presAssocID="{14655779-06FD-41BF-80E8-FFFF81E6F76D}" presName="compNode" presStyleCnt="0"/>
      <dgm:spPr/>
    </dgm:pt>
    <dgm:pt modelId="{0BC46E81-6671-4AC9-A47F-984BFAEFEF28}" type="pres">
      <dgm:prSet presAssocID="{14655779-06FD-41BF-80E8-FFFF81E6F76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6D9125D9-2860-46CB-B61A-81DB5C1D67BC}" type="pres">
      <dgm:prSet presAssocID="{14655779-06FD-41BF-80E8-FFFF81E6F76D}" presName="spaceRect" presStyleCnt="0"/>
      <dgm:spPr/>
    </dgm:pt>
    <dgm:pt modelId="{DE529279-DC1C-40F3-8F2B-74B97AEDCA54}" type="pres">
      <dgm:prSet presAssocID="{14655779-06FD-41BF-80E8-FFFF81E6F76D}" presName="textRect" presStyleLbl="revTx" presStyleIdx="1" presStyleCnt="3">
        <dgm:presLayoutVars>
          <dgm:chMax val="1"/>
          <dgm:chPref val="1"/>
        </dgm:presLayoutVars>
      </dgm:prSet>
      <dgm:spPr/>
    </dgm:pt>
    <dgm:pt modelId="{5C3ECD23-5511-4676-B700-AF4B4D0767F3}" type="pres">
      <dgm:prSet presAssocID="{8946C9D9-141B-4889-BC06-FFB552D090A8}" presName="sibTrans" presStyleCnt="0"/>
      <dgm:spPr/>
    </dgm:pt>
    <dgm:pt modelId="{DF841BFE-A1BA-4A3A-8FD3-75D4FC2B29E3}" type="pres">
      <dgm:prSet presAssocID="{3202F872-FC4D-4D31-9920-8FE7B3C423B0}" presName="compNode" presStyleCnt="0"/>
      <dgm:spPr/>
    </dgm:pt>
    <dgm:pt modelId="{1A821AA7-3458-4292-B1B1-34BE888EF366}" type="pres">
      <dgm:prSet presAssocID="{3202F872-FC4D-4D31-9920-8FE7B3C423B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98292852-D1E0-4B2A-8CED-36D8F2D120E4}" type="pres">
      <dgm:prSet presAssocID="{3202F872-FC4D-4D31-9920-8FE7B3C423B0}" presName="spaceRect" presStyleCnt="0"/>
      <dgm:spPr/>
    </dgm:pt>
    <dgm:pt modelId="{0F965FB6-432E-4348-9CF9-9753CE23E9FF}" type="pres">
      <dgm:prSet presAssocID="{3202F872-FC4D-4D31-9920-8FE7B3C423B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1BF3308-1154-4AAF-8B9F-6FBBCBFA89AC}" type="presOf" srcId="{FAD96B45-DA2C-4BB4-8CF9-2E717914D314}" destId="{6B93AB15-6958-4D44-B97D-F620D1C4F66C}" srcOrd="0" destOrd="0" presId="urn:microsoft.com/office/officeart/2018/2/layout/IconLabelList"/>
    <dgm:cxn modelId="{3802F33D-8D8C-4D5B-B731-0CC7B6CD9732}" type="presOf" srcId="{14655779-06FD-41BF-80E8-FFFF81E6F76D}" destId="{DE529279-DC1C-40F3-8F2B-74B97AEDCA54}" srcOrd="0" destOrd="0" presId="urn:microsoft.com/office/officeart/2018/2/layout/IconLabelList"/>
    <dgm:cxn modelId="{0498974C-4C6F-4E23-BAEE-8FDB6F4328E3}" type="presOf" srcId="{3202F872-FC4D-4D31-9920-8FE7B3C423B0}" destId="{0F965FB6-432E-4348-9CF9-9753CE23E9FF}" srcOrd="0" destOrd="0" presId="urn:microsoft.com/office/officeart/2018/2/layout/IconLabelList"/>
    <dgm:cxn modelId="{8614D88C-987B-4A5D-AD22-DB314A12ADFA}" srcId="{FAD96B45-DA2C-4BB4-8CF9-2E717914D314}" destId="{14655779-06FD-41BF-80E8-FFFF81E6F76D}" srcOrd="1" destOrd="0" parTransId="{D93D9A96-0FF2-4CED-8875-26EB79A954C0}" sibTransId="{8946C9D9-141B-4889-BC06-FFB552D090A8}"/>
    <dgm:cxn modelId="{E7EBB895-0E1E-4612-9919-E754B075A6C9}" srcId="{FAD96B45-DA2C-4BB4-8CF9-2E717914D314}" destId="{0E050874-01FD-4CC0-83DF-3BB8996B0C17}" srcOrd="0" destOrd="0" parTransId="{CE5ED502-9CD7-470D-A6EE-2ADC5C0B1614}" sibTransId="{E472B8EF-20F0-4DBB-A0EF-4816A025EBEC}"/>
    <dgm:cxn modelId="{DE4FC6D2-AE9C-4C36-88AB-5D7253713078}" srcId="{FAD96B45-DA2C-4BB4-8CF9-2E717914D314}" destId="{3202F872-FC4D-4D31-9920-8FE7B3C423B0}" srcOrd="2" destOrd="0" parTransId="{538F8335-941A-4D53-944A-86B056FE14E9}" sibTransId="{340847D8-1013-4293-B7C9-6DD9E408E322}"/>
    <dgm:cxn modelId="{88BF71F4-2A25-4F12-9137-121C3440B4EB}" type="presOf" srcId="{0E050874-01FD-4CC0-83DF-3BB8996B0C17}" destId="{F134F3C2-34C6-4546-B282-020299E1046B}" srcOrd="0" destOrd="0" presId="urn:microsoft.com/office/officeart/2018/2/layout/IconLabelList"/>
    <dgm:cxn modelId="{C7B3D783-F4D3-4F7B-9E05-836D6690EFA0}" type="presParOf" srcId="{6B93AB15-6958-4D44-B97D-F620D1C4F66C}" destId="{F0604171-B129-4464-A9F2-0F0A383B09B1}" srcOrd="0" destOrd="0" presId="urn:microsoft.com/office/officeart/2018/2/layout/IconLabelList"/>
    <dgm:cxn modelId="{B41ADB71-57AE-4E2F-9171-B1278E7824EE}" type="presParOf" srcId="{F0604171-B129-4464-A9F2-0F0A383B09B1}" destId="{0818E6F4-06AA-48EE-B733-22A62283F159}" srcOrd="0" destOrd="0" presId="urn:microsoft.com/office/officeart/2018/2/layout/IconLabelList"/>
    <dgm:cxn modelId="{B7B72271-422D-4BE7-BE75-D10FB0985094}" type="presParOf" srcId="{F0604171-B129-4464-A9F2-0F0A383B09B1}" destId="{3AC97D62-F501-451C-BA44-5A7B19DB3706}" srcOrd="1" destOrd="0" presId="urn:microsoft.com/office/officeart/2018/2/layout/IconLabelList"/>
    <dgm:cxn modelId="{8ABDE4ED-F9C3-4FA9-AB67-04F4CECD54AE}" type="presParOf" srcId="{F0604171-B129-4464-A9F2-0F0A383B09B1}" destId="{F134F3C2-34C6-4546-B282-020299E1046B}" srcOrd="2" destOrd="0" presId="urn:microsoft.com/office/officeart/2018/2/layout/IconLabelList"/>
    <dgm:cxn modelId="{72A038B5-5D28-463F-82E3-6B5AFDA94AE8}" type="presParOf" srcId="{6B93AB15-6958-4D44-B97D-F620D1C4F66C}" destId="{F9783D68-9705-4A2C-B7A5-89CE601BB5F2}" srcOrd="1" destOrd="0" presId="urn:microsoft.com/office/officeart/2018/2/layout/IconLabelList"/>
    <dgm:cxn modelId="{3BD75D83-671E-4033-97EA-021E58F893B9}" type="presParOf" srcId="{6B93AB15-6958-4D44-B97D-F620D1C4F66C}" destId="{35B7A12E-934E-4835-AC1B-052CFE19D89C}" srcOrd="2" destOrd="0" presId="urn:microsoft.com/office/officeart/2018/2/layout/IconLabelList"/>
    <dgm:cxn modelId="{FC711707-76F4-40EA-A6E4-0F3E3C54BD6F}" type="presParOf" srcId="{35B7A12E-934E-4835-AC1B-052CFE19D89C}" destId="{0BC46E81-6671-4AC9-A47F-984BFAEFEF28}" srcOrd="0" destOrd="0" presId="urn:microsoft.com/office/officeart/2018/2/layout/IconLabelList"/>
    <dgm:cxn modelId="{9FEBD59D-6F87-4466-BDE1-DBD6B451CF90}" type="presParOf" srcId="{35B7A12E-934E-4835-AC1B-052CFE19D89C}" destId="{6D9125D9-2860-46CB-B61A-81DB5C1D67BC}" srcOrd="1" destOrd="0" presId="urn:microsoft.com/office/officeart/2018/2/layout/IconLabelList"/>
    <dgm:cxn modelId="{E374AE1A-5BB5-4AFD-AB34-33C32CCF7CAD}" type="presParOf" srcId="{35B7A12E-934E-4835-AC1B-052CFE19D89C}" destId="{DE529279-DC1C-40F3-8F2B-74B97AEDCA54}" srcOrd="2" destOrd="0" presId="urn:microsoft.com/office/officeart/2018/2/layout/IconLabelList"/>
    <dgm:cxn modelId="{31BB9716-D023-4890-9702-C0EBF2DAD952}" type="presParOf" srcId="{6B93AB15-6958-4D44-B97D-F620D1C4F66C}" destId="{5C3ECD23-5511-4676-B700-AF4B4D0767F3}" srcOrd="3" destOrd="0" presId="urn:microsoft.com/office/officeart/2018/2/layout/IconLabelList"/>
    <dgm:cxn modelId="{B65F6B0C-7C99-4E34-8868-381877CC7DC5}" type="presParOf" srcId="{6B93AB15-6958-4D44-B97D-F620D1C4F66C}" destId="{DF841BFE-A1BA-4A3A-8FD3-75D4FC2B29E3}" srcOrd="4" destOrd="0" presId="urn:microsoft.com/office/officeart/2018/2/layout/IconLabelList"/>
    <dgm:cxn modelId="{347AAC11-623F-43E6-BEFF-3160E1875C48}" type="presParOf" srcId="{DF841BFE-A1BA-4A3A-8FD3-75D4FC2B29E3}" destId="{1A821AA7-3458-4292-B1B1-34BE888EF366}" srcOrd="0" destOrd="0" presId="urn:microsoft.com/office/officeart/2018/2/layout/IconLabelList"/>
    <dgm:cxn modelId="{CD0C9C63-4A34-4AB6-95F0-8D198074B59B}" type="presParOf" srcId="{DF841BFE-A1BA-4A3A-8FD3-75D4FC2B29E3}" destId="{98292852-D1E0-4B2A-8CED-36D8F2D120E4}" srcOrd="1" destOrd="0" presId="urn:microsoft.com/office/officeart/2018/2/layout/IconLabelList"/>
    <dgm:cxn modelId="{4F5AB1EE-E15B-46EA-A377-27E095E52A04}" type="presParOf" srcId="{DF841BFE-A1BA-4A3A-8FD3-75D4FC2B29E3}" destId="{0F965FB6-432E-4348-9CF9-9753CE23E9F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E3375-9FBD-427C-A07A-492B3A720675}">
      <dsp:nvSpPr>
        <dsp:cNvPr id="0" name=""/>
        <dsp:cNvSpPr/>
      </dsp:nvSpPr>
      <dsp:spPr>
        <a:xfrm>
          <a:off x="2461" y="211898"/>
          <a:ext cx="1332587" cy="79955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Introduction</a:t>
          </a:r>
        </a:p>
      </dsp:txBody>
      <dsp:txXfrm>
        <a:off x="2461" y="211898"/>
        <a:ext cx="1332587" cy="799552"/>
      </dsp:txXfrm>
    </dsp:sp>
    <dsp:sp modelId="{8113DAC6-4254-4B9B-BB49-3E416EB74AC4}">
      <dsp:nvSpPr>
        <dsp:cNvPr id="0" name=""/>
        <dsp:cNvSpPr/>
      </dsp:nvSpPr>
      <dsp:spPr>
        <a:xfrm>
          <a:off x="1468307" y="211898"/>
          <a:ext cx="1332587" cy="799552"/>
        </a:xfrm>
        <a:prstGeom prst="rect">
          <a:avLst/>
        </a:prstGeom>
        <a:solidFill>
          <a:schemeClr val="accent5">
            <a:hueOff val="110352"/>
            <a:satOff val="64"/>
            <a:lumOff val="63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Context and Motivation</a:t>
          </a:r>
        </a:p>
      </dsp:txBody>
      <dsp:txXfrm>
        <a:off x="1468307" y="211898"/>
        <a:ext cx="1332587" cy="799552"/>
      </dsp:txXfrm>
    </dsp:sp>
    <dsp:sp modelId="{516CB6DA-5805-4E83-9BD7-2A500F546750}">
      <dsp:nvSpPr>
        <dsp:cNvPr id="0" name=""/>
        <dsp:cNvSpPr/>
      </dsp:nvSpPr>
      <dsp:spPr>
        <a:xfrm>
          <a:off x="2934154" y="211898"/>
          <a:ext cx="1332587" cy="799552"/>
        </a:xfrm>
        <a:prstGeom prst="rect">
          <a:avLst/>
        </a:prstGeom>
        <a:solidFill>
          <a:schemeClr val="accent5">
            <a:hueOff val="220703"/>
            <a:satOff val="128"/>
            <a:lumOff val="126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Experiment Overview</a:t>
          </a:r>
        </a:p>
      </dsp:txBody>
      <dsp:txXfrm>
        <a:off x="2934154" y="211898"/>
        <a:ext cx="1332587" cy="799552"/>
      </dsp:txXfrm>
    </dsp:sp>
    <dsp:sp modelId="{76729B8D-A0A8-4A6F-BC6B-A334346EF157}">
      <dsp:nvSpPr>
        <dsp:cNvPr id="0" name=""/>
        <dsp:cNvSpPr/>
      </dsp:nvSpPr>
      <dsp:spPr>
        <a:xfrm>
          <a:off x="4400001" y="211898"/>
          <a:ext cx="1332587" cy="799552"/>
        </a:xfrm>
        <a:prstGeom prst="rect">
          <a:avLst/>
        </a:prstGeom>
        <a:solidFill>
          <a:schemeClr val="accent5">
            <a:hueOff val="331055"/>
            <a:satOff val="192"/>
            <a:lumOff val="189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Recruitment and Participation</a:t>
          </a:r>
        </a:p>
      </dsp:txBody>
      <dsp:txXfrm>
        <a:off x="4400001" y="211898"/>
        <a:ext cx="1332587" cy="799552"/>
      </dsp:txXfrm>
    </dsp:sp>
    <dsp:sp modelId="{B51464D8-1C63-4009-A341-A7F171E640A3}">
      <dsp:nvSpPr>
        <dsp:cNvPr id="0" name=""/>
        <dsp:cNvSpPr/>
      </dsp:nvSpPr>
      <dsp:spPr>
        <a:xfrm>
          <a:off x="5865847" y="211898"/>
          <a:ext cx="1332587" cy="799552"/>
        </a:xfrm>
        <a:prstGeom prst="rect">
          <a:avLst/>
        </a:prstGeom>
        <a:solidFill>
          <a:schemeClr val="accent5">
            <a:hueOff val="441407"/>
            <a:satOff val="256"/>
            <a:lumOff val="2527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Break Participation Results</a:t>
          </a:r>
        </a:p>
      </dsp:txBody>
      <dsp:txXfrm>
        <a:off x="5865847" y="211898"/>
        <a:ext cx="1332587" cy="799552"/>
      </dsp:txXfrm>
    </dsp:sp>
    <dsp:sp modelId="{21491FF5-8144-4C04-9826-E319B4197C59}">
      <dsp:nvSpPr>
        <dsp:cNvPr id="0" name=""/>
        <dsp:cNvSpPr/>
      </dsp:nvSpPr>
      <dsp:spPr>
        <a:xfrm>
          <a:off x="2461" y="1144710"/>
          <a:ext cx="1332587" cy="799552"/>
        </a:xfrm>
        <a:prstGeom prst="rect">
          <a:avLst/>
        </a:prstGeom>
        <a:solidFill>
          <a:schemeClr val="accent5">
            <a:hueOff val="551758"/>
            <a:satOff val="320"/>
            <a:lumOff val="3159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Productivity and Well-Being Improvements</a:t>
          </a:r>
        </a:p>
      </dsp:txBody>
      <dsp:txXfrm>
        <a:off x="2461" y="1144710"/>
        <a:ext cx="1332587" cy="799552"/>
      </dsp:txXfrm>
    </dsp:sp>
    <dsp:sp modelId="{2C47DAC6-3616-4B2E-86FF-8BA84389AC70}">
      <dsp:nvSpPr>
        <dsp:cNvPr id="0" name=""/>
        <dsp:cNvSpPr/>
      </dsp:nvSpPr>
      <dsp:spPr>
        <a:xfrm>
          <a:off x="1468307" y="1144710"/>
          <a:ext cx="1332587" cy="799552"/>
        </a:xfrm>
        <a:prstGeom prst="rect">
          <a:avLst/>
        </a:prstGeom>
        <a:solidFill>
          <a:schemeClr val="accent5">
            <a:hueOff val="662110"/>
            <a:satOff val="384"/>
            <a:lumOff val="379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Key Insights</a:t>
          </a:r>
        </a:p>
      </dsp:txBody>
      <dsp:txXfrm>
        <a:off x="1468307" y="1144710"/>
        <a:ext cx="1332587" cy="799552"/>
      </dsp:txXfrm>
    </dsp:sp>
    <dsp:sp modelId="{AF78C416-4CB4-4583-9430-FAFE30B7AEBB}">
      <dsp:nvSpPr>
        <dsp:cNvPr id="0" name=""/>
        <dsp:cNvSpPr/>
      </dsp:nvSpPr>
      <dsp:spPr>
        <a:xfrm>
          <a:off x="2934154" y="1144710"/>
          <a:ext cx="1332587" cy="799552"/>
        </a:xfrm>
        <a:prstGeom prst="rect">
          <a:avLst/>
        </a:prstGeom>
        <a:solidFill>
          <a:schemeClr val="accent5">
            <a:hueOff val="772462"/>
            <a:satOff val="448"/>
            <a:lumOff val="442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Tailored Approaches</a:t>
          </a:r>
        </a:p>
      </dsp:txBody>
      <dsp:txXfrm>
        <a:off x="2934154" y="1144710"/>
        <a:ext cx="1332587" cy="799552"/>
      </dsp:txXfrm>
    </dsp:sp>
    <dsp:sp modelId="{845F656B-17D6-4DB3-AE78-5F3E7F2C8AF8}">
      <dsp:nvSpPr>
        <dsp:cNvPr id="0" name=""/>
        <dsp:cNvSpPr/>
      </dsp:nvSpPr>
      <dsp:spPr>
        <a:xfrm>
          <a:off x="4400001" y="1144710"/>
          <a:ext cx="1332587" cy="799552"/>
        </a:xfrm>
        <a:prstGeom prst="rect">
          <a:avLst/>
        </a:prstGeom>
        <a:solidFill>
          <a:schemeClr val="accent5">
            <a:hueOff val="882813"/>
            <a:satOff val="512"/>
            <a:lumOff val="5054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Enhanced Employee Connections</a:t>
          </a:r>
        </a:p>
      </dsp:txBody>
      <dsp:txXfrm>
        <a:off x="4400001" y="1144710"/>
        <a:ext cx="1332587" cy="799552"/>
      </dsp:txXfrm>
    </dsp:sp>
    <dsp:sp modelId="{1AD72C00-1BFB-45F6-9773-016A6ABA24E8}">
      <dsp:nvSpPr>
        <dsp:cNvPr id="0" name=""/>
        <dsp:cNvSpPr/>
      </dsp:nvSpPr>
      <dsp:spPr>
        <a:xfrm>
          <a:off x="5865847" y="1144710"/>
          <a:ext cx="1332587" cy="799552"/>
        </a:xfrm>
        <a:prstGeom prst="rect">
          <a:avLst/>
        </a:prstGeom>
        <a:solidFill>
          <a:schemeClr val="accent5">
            <a:hueOff val="993165"/>
            <a:satOff val="576"/>
            <a:lumOff val="5686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Conclusion</a:t>
          </a:r>
        </a:p>
      </dsp:txBody>
      <dsp:txXfrm>
        <a:off x="5865847" y="1144710"/>
        <a:ext cx="1332587" cy="799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BF72E5-D1F3-48B7-A8F8-906C1CEF9560}">
      <dsp:nvSpPr>
        <dsp:cNvPr id="0" name=""/>
        <dsp:cNvSpPr/>
      </dsp:nvSpPr>
      <dsp:spPr>
        <a:xfrm>
          <a:off x="607870" y="255246"/>
          <a:ext cx="961900" cy="9619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F4C060-0548-489E-8409-F41307866BF6}">
      <dsp:nvSpPr>
        <dsp:cNvPr id="0" name=""/>
        <dsp:cNvSpPr/>
      </dsp:nvSpPr>
      <dsp:spPr>
        <a:xfrm>
          <a:off x="20042" y="1513955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Acknowledgments</a:t>
          </a:r>
        </a:p>
      </dsp:txBody>
      <dsp:txXfrm>
        <a:off x="20042" y="1513955"/>
        <a:ext cx="2137556" cy="720000"/>
      </dsp:txXfrm>
    </dsp:sp>
    <dsp:sp modelId="{7576F9D9-FDD4-4C31-82C9-6C6A32563ADB}">
      <dsp:nvSpPr>
        <dsp:cNvPr id="0" name=""/>
        <dsp:cNvSpPr/>
      </dsp:nvSpPr>
      <dsp:spPr>
        <a:xfrm>
          <a:off x="3119498" y="255246"/>
          <a:ext cx="961900" cy="9619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A8C264-4EF6-4530-B6C1-674D404CB0A5}">
      <dsp:nvSpPr>
        <dsp:cNvPr id="0" name=""/>
        <dsp:cNvSpPr/>
      </dsp:nvSpPr>
      <dsp:spPr>
        <a:xfrm>
          <a:off x="2531670" y="1513955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Future Research Directions</a:t>
          </a:r>
        </a:p>
      </dsp:txBody>
      <dsp:txXfrm>
        <a:off x="2531670" y="1513955"/>
        <a:ext cx="2137556" cy="720000"/>
      </dsp:txXfrm>
    </dsp:sp>
    <dsp:sp modelId="{D8587FFC-9E2B-4C69-B535-AFF6C99595B1}">
      <dsp:nvSpPr>
        <dsp:cNvPr id="0" name=""/>
        <dsp:cNvSpPr/>
      </dsp:nvSpPr>
      <dsp:spPr>
        <a:xfrm>
          <a:off x="5631126" y="255246"/>
          <a:ext cx="961900" cy="9619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69634D-451E-4039-8FDA-6D6687B6E891}">
      <dsp:nvSpPr>
        <dsp:cNvPr id="0" name=""/>
        <dsp:cNvSpPr/>
      </dsp:nvSpPr>
      <dsp:spPr>
        <a:xfrm>
          <a:off x="5043298" y="1513955"/>
          <a:ext cx="2137556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Q&amp;A Session</a:t>
          </a:r>
        </a:p>
      </dsp:txBody>
      <dsp:txXfrm>
        <a:off x="5043298" y="1513955"/>
        <a:ext cx="2137556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7DFB4C-97FD-4EDE-9353-6A0611B43B7A}">
      <dsp:nvSpPr>
        <dsp:cNvPr id="0" name=""/>
        <dsp:cNvSpPr/>
      </dsp:nvSpPr>
      <dsp:spPr>
        <a:xfrm>
          <a:off x="1164120" y="207848"/>
          <a:ext cx="783105" cy="78310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F0BC6-EE0D-4720-B9BF-57EC4F2FC656}">
      <dsp:nvSpPr>
        <dsp:cNvPr id="0" name=""/>
        <dsp:cNvSpPr/>
      </dsp:nvSpPr>
      <dsp:spPr>
        <a:xfrm>
          <a:off x="685555" y="1252219"/>
          <a:ext cx="1740234" cy="69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Experiment Overview: </a:t>
          </a:r>
          <a:r>
            <a:rPr lang="en-US" sz="1100" kern="1200"/>
            <a:t>Conducted over two weeks, the study focused on measuring break impact on productivity and engagement.</a:t>
          </a:r>
        </a:p>
      </dsp:txBody>
      <dsp:txXfrm>
        <a:off x="685555" y="1252219"/>
        <a:ext cx="1740234" cy="696093"/>
      </dsp:txXfrm>
    </dsp:sp>
    <dsp:sp modelId="{9DB6C243-64C4-4DC3-98D9-9DA888AADBBD}">
      <dsp:nvSpPr>
        <dsp:cNvPr id="0" name=""/>
        <dsp:cNvSpPr/>
      </dsp:nvSpPr>
      <dsp:spPr>
        <a:xfrm>
          <a:off x="3208895" y="207848"/>
          <a:ext cx="783105" cy="78310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FD4CD2-B5FE-4D1F-BF65-5DE2C6FD9DD3}">
      <dsp:nvSpPr>
        <dsp:cNvPr id="0" name=""/>
        <dsp:cNvSpPr/>
      </dsp:nvSpPr>
      <dsp:spPr>
        <a:xfrm>
          <a:off x="2730331" y="1252219"/>
          <a:ext cx="1740234" cy="69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Key Findings: </a:t>
          </a:r>
          <a:r>
            <a:rPr lang="en-US" sz="1100" kern="1200"/>
            <a:t>Results indicate structured breaks significantly enhance productivity, work-life balance, and employee job satisfaction levels.</a:t>
          </a:r>
        </a:p>
      </dsp:txBody>
      <dsp:txXfrm>
        <a:off x="2730331" y="1252219"/>
        <a:ext cx="1740234" cy="696093"/>
      </dsp:txXfrm>
    </dsp:sp>
    <dsp:sp modelId="{4F5DAF09-7347-4371-835E-A8B3D0D0627C}">
      <dsp:nvSpPr>
        <dsp:cNvPr id="0" name=""/>
        <dsp:cNvSpPr/>
      </dsp:nvSpPr>
      <dsp:spPr>
        <a:xfrm>
          <a:off x="5253671" y="207848"/>
          <a:ext cx="783105" cy="78310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489BE0-CC01-4DBB-A7EC-579E212680C9}">
      <dsp:nvSpPr>
        <dsp:cNvPr id="0" name=""/>
        <dsp:cNvSpPr/>
      </dsp:nvSpPr>
      <dsp:spPr>
        <a:xfrm>
          <a:off x="4775106" y="1252219"/>
          <a:ext cx="1740234" cy="6960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Importance of Leadership: </a:t>
          </a:r>
          <a:r>
            <a:rPr lang="en-US" sz="1100" kern="1200"/>
            <a:t>Effective leadership support is crucial in promoting a culture that prioritizes regular breaks for employees.</a:t>
          </a:r>
        </a:p>
      </dsp:txBody>
      <dsp:txXfrm>
        <a:off x="4775106" y="1252219"/>
        <a:ext cx="1740234" cy="69609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C37ADE-CA53-4378-9DA3-690EBC1D429A}">
      <dsp:nvSpPr>
        <dsp:cNvPr id="0" name=""/>
        <dsp:cNvSpPr/>
      </dsp:nvSpPr>
      <dsp:spPr>
        <a:xfrm>
          <a:off x="0" y="0"/>
          <a:ext cx="2250280" cy="2239256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41" tIns="330200" rIns="1754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Breaks Skipped: </a:t>
          </a:r>
          <a:r>
            <a:rPr lang="en-US" sz="1100" kern="1200"/>
            <a:t>Slack's Workforce Index reveals that 50% of global desk workers frequently forego essential breaks.</a:t>
          </a:r>
        </a:p>
      </dsp:txBody>
      <dsp:txXfrm>
        <a:off x="0" y="850917"/>
        <a:ext cx="2250280" cy="1343553"/>
      </dsp:txXfrm>
    </dsp:sp>
    <dsp:sp modelId="{3DB6AF14-F8AA-4D19-9DBD-D5A77458A946}">
      <dsp:nvSpPr>
        <dsp:cNvPr id="0" name=""/>
        <dsp:cNvSpPr/>
      </dsp:nvSpPr>
      <dsp:spPr>
        <a:xfrm>
          <a:off x="789251" y="223925"/>
          <a:ext cx="671776" cy="67177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374" tIns="12700" rIns="52374" bIns="1270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1</a:t>
          </a:r>
        </a:p>
      </dsp:txBody>
      <dsp:txXfrm>
        <a:off x="887630" y="322304"/>
        <a:ext cx="475018" cy="475018"/>
      </dsp:txXfrm>
    </dsp:sp>
    <dsp:sp modelId="{66E18AB2-8439-498E-B9DD-0BDE8D5131DF}">
      <dsp:nvSpPr>
        <dsp:cNvPr id="0" name=""/>
        <dsp:cNvSpPr/>
      </dsp:nvSpPr>
      <dsp:spPr>
        <a:xfrm>
          <a:off x="0" y="2239184"/>
          <a:ext cx="2250280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A7D38-4B65-4262-8511-1C550945A815}">
      <dsp:nvSpPr>
        <dsp:cNvPr id="0" name=""/>
        <dsp:cNvSpPr/>
      </dsp:nvSpPr>
      <dsp:spPr>
        <a:xfrm>
          <a:off x="2475308" y="0"/>
          <a:ext cx="2250280" cy="2239256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41" tIns="330200" rIns="1754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Consequences of Skipping: </a:t>
          </a:r>
          <a:r>
            <a:rPr lang="en-US" sz="1100" kern="1200"/>
            <a:t>Neglecting breaks leads to burnout and diminished productivity, ultimately harming both employees and organizations.</a:t>
          </a:r>
        </a:p>
      </dsp:txBody>
      <dsp:txXfrm>
        <a:off x="2475308" y="850917"/>
        <a:ext cx="2250280" cy="1343553"/>
      </dsp:txXfrm>
    </dsp:sp>
    <dsp:sp modelId="{5CD1B37D-2418-464E-AD55-567860D2572E}">
      <dsp:nvSpPr>
        <dsp:cNvPr id="0" name=""/>
        <dsp:cNvSpPr/>
      </dsp:nvSpPr>
      <dsp:spPr>
        <a:xfrm>
          <a:off x="3264560" y="223925"/>
          <a:ext cx="671776" cy="671776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374" tIns="12700" rIns="52374" bIns="1270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2</a:t>
          </a:r>
        </a:p>
      </dsp:txBody>
      <dsp:txXfrm>
        <a:off x="3362939" y="322304"/>
        <a:ext cx="475018" cy="475018"/>
      </dsp:txXfrm>
    </dsp:sp>
    <dsp:sp modelId="{18A20335-8121-432D-AD9D-827764EE4D51}">
      <dsp:nvSpPr>
        <dsp:cNvPr id="0" name=""/>
        <dsp:cNvSpPr/>
      </dsp:nvSpPr>
      <dsp:spPr>
        <a:xfrm>
          <a:off x="2475308" y="2239184"/>
          <a:ext cx="2250280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14EDFE-4D6C-4028-A0B8-84C99FA00563}">
      <dsp:nvSpPr>
        <dsp:cNvPr id="0" name=""/>
        <dsp:cNvSpPr/>
      </dsp:nvSpPr>
      <dsp:spPr>
        <a:xfrm>
          <a:off x="4950617" y="0"/>
          <a:ext cx="2250280" cy="2239256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5441" tIns="330200" rIns="175441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Study Objective: </a:t>
          </a:r>
          <a:r>
            <a:rPr lang="en-US" sz="1100" kern="1200"/>
            <a:t>This study aims to evaluate the influence of structured breaks on worker productivity and satisfaction.</a:t>
          </a:r>
        </a:p>
      </dsp:txBody>
      <dsp:txXfrm>
        <a:off x="4950617" y="850917"/>
        <a:ext cx="2250280" cy="1343553"/>
      </dsp:txXfrm>
    </dsp:sp>
    <dsp:sp modelId="{88AE00C9-7563-4119-BE2D-06BE77074C51}">
      <dsp:nvSpPr>
        <dsp:cNvPr id="0" name=""/>
        <dsp:cNvSpPr/>
      </dsp:nvSpPr>
      <dsp:spPr>
        <a:xfrm>
          <a:off x="5739869" y="223925"/>
          <a:ext cx="671776" cy="671776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2374" tIns="12700" rIns="52374" bIns="1270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3</a:t>
          </a:r>
        </a:p>
      </dsp:txBody>
      <dsp:txXfrm>
        <a:off x="5838248" y="322304"/>
        <a:ext cx="475018" cy="475018"/>
      </dsp:txXfrm>
    </dsp:sp>
    <dsp:sp modelId="{6DB478CC-AAF9-4460-8189-95B6D33F26A9}">
      <dsp:nvSpPr>
        <dsp:cNvPr id="0" name=""/>
        <dsp:cNvSpPr/>
      </dsp:nvSpPr>
      <dsp:spPr>
        <a:xfrm>
          <a:off x="4950617" y="2239184"/>
          <a:ext cx="2250280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C6BAEA-6139-48C2-AB21-42784E1A3F7E}">
      <dsp:nvSpPr>
        <dsp:cNvPr id="0" name=""/>
        <dsp:cNvSpPr/>
      </dsp:nvSpPr>
      <dsp:spPr>
        <a:xfrm>
          <a:off x="0" y="12861"/>
          <a:ext cx="4435656" cy="126711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2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Participant Overview: </a:t>
          </a:r>
          <a:r>
            <a:rPr lang="en-US" sz="1900" kern="1200"/>
            <a:t>The experiment involved over 200 Slack employees systematically observing break types and their effectiveness.</a:t>
          </a:r>
        </a:p>
      </dsp:txBody>
      <dsp:txXfrm>
        <a:off x="61855" y="74716"/>
        <a:ext cx="4311946" cy="1143400"/>
      </dsp:txXfrm>
    </dsp:sp>
    <dsp:sp modelId="{E47A2C55-A1D4-4198-8B7F-52430DFE9469}">
      <dsp:nvSpPr>
        <dsp:cNvPr id="0" name=""/>
        <dsp:cNvSpPr/>
      </dsp:nvSpPr>
      <dsp:spPr>
        <a:xfrm>
          <a:off x="0" y="1334691"/>
          <a:ext cx="4435656" cy="126711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1681577"/>
                <a:satOff val="-1786"/>
                <a:lumOff val="1372"/>
                <a:alphaOff val="0"/>
                <a:shade val="74000"/>
                <a:satMod val="130000"/>
                <a:lumMod val="90000"/>
              </a:schemeClr>
              <a:schemeClr val="accent2">
                <a:hueOff val="1681577"/>
                <a:satOff val="-1786"/>
                <a:lumOff val="1372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Types of Breaks: </a:t>
          </a:r>
          <a:r>
            <a:rPr lang="en-US" sz="1900" kern="1200"/>
            <a:t>Three distinct break categories were identified: True Breaks, Errand Breaks, and Working Breaks enhancing outcomes.</a:t>
          </a:r>
        </a:p>
      </dsp:txBody>
      <dsp:txXfrm>
        <a:off x="61855" y="1396546"/>
        <a:ext cx="4311946" cy="1143400"/>
      </dsp:txXfrm>
    </dsp:sp>
    <dsp:sp modelId="{99E39789-D6E8-4784-BB88-1306BDEBF827}">
      <dsp:nvSpPr>
        <dsp:cNvPr id="0" name=""/>
        <dsp:cNvSpPr/>
      </dsp:nvSpPr>
      <dsp:spPr>
        <a:xfrm>
          <a:off x="0" y="2656521"/>
          <a:ext cx="4435656" cy="1267110"/>
        </a:xfrm>
        <a:prstGeom prst="roundRect">
          <a:avLst/>
        </a:prstGeom>
        <a:blipFill>
          <a:blip xmlns:r="http://schemas.openxmlformats.org/officeDocument/2006/relationships" r:embed="rId1">
            <a:duotone>
              <a:schemeClr val="accent2">
                <a:hueOff val="3363155"/>
                <a:satOff val="-3572"/>
                <a:lumOff val="2745"/>
                <a:alphaOff val="0"/>
                <a:shade val="74000"/>
                <a:satMod val="130000"/>
                <a:lumMod val="90000"/>
              </a:schemeClr>
              <a:schemeClr val="accent2">
                <a:hueOff val="3363155"/>
                <a:satOff val="-3572"/>
                <a:lumOff val="2745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Break Definitions: </a:t>
          </a:r>
          <a:r>
            <a:rPr lang="en-US" sz="1900" kern="1200"/>
            <a:t>True Breaks involve complete disengagement; Errand Breaks allow personal tasks; Working Breaks engage in less intensive work.</a:t>
          </a:r>
        </a:p>
      </dsp:txBody>
      <dsp:txXfrm>
        <a:off x="61855" y="2718376"/>
        <a:ext cx="4311946" cy="11434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1B63D-73B0-4AE2-9E92-4365B17F9DA4}">
      <dsp:nvSpPr>
        <dsp:cNvPr id="0" name=""/>
        <dsp:cNvSpPr/>
      </dsp:nvSpPr>
      <dsp:spPr>
        <a:xfrm>
          <a:off x="0" y="32817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11B5F9-44CE-4D33-87E6-79CCC44FE42E}">
      <dsp:nvSpPr>
        <dsp:cNvPr id="0" name=""/>
        <dsp:cNvSpPr/>
      </dsp:nvSpPr>
      <dsp:spPr>
        <a:xfrm>
          <a:off x="225028" y="541951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Recruitment Process: </a:t>
          </a:r>
          <a:r>
            <a:rPr lang="en-US" sz="1200" kern="1200"/>
            <a:t>Using a voluntary sign-up approach, 200 employees were recruited through targeted communications in the company.</a:t>
          </a:r>
        </a:p>
      </dsp:txBody>
      <dsp:txXfrm>
        <a:off x="262695" y="579618"/>
        <a:ext cx="1949918" cy="1210701"/>
      </dsp:txXfrm>
    </dsp:sp>
    <dsp:sp modelId="{8609A34D-BFE9-424B-A51B-6C391D9CDC57}">
      <dsp:nvSpPr>
        <dsp:cNvPr id="0" name=""/>
        <dsp:cNvSpPr/>
      </dsp:nvSpPr>
      <dsp:spPr>
        <a:xfrm>
          <a:off x="2475308" y="32817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CB1973-FD7C-4843-8D8E-74C4F477410D}">
      <dsp:nvSpPr>
        <dsp:cNvPr id="0" name=""/>
        <dsp:cNvSpPr/>
      </dsp:nvSpPr>
      <dsp:spPr>
        <a:xfrm>
          <a:off x="2700336" y="541951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Dedicated Channel Discussions: </a:t>
          </a:r>
          <a:r>
            <a:rPr lang="en-US" sz="1200" kern="1200"/>
            <a:t>Active exchanges occurred in #workforce-lab-experiment-breaks, fostering engagement and community among participating employees.</a:t>
          </a:r>
        </a:p>
      </dsp:txBody>
      <dsp:txXfrm>
        <a:off x="2738003" y="579618"/>
        <a:ext cx="1949918" cy="1210701"/>
      </dsp:txXfrm>
    </dsp:sp>
    <dsp:sp modelId="{404B7623-4163-4BEB-AE4A-236B947E293F}">
      <dsp:nvSpPr>
        <dsp:cNvPr id="0" name=""/>
        <dsp:cNvSpPr/>
      </dsp:nvSpPr>
      <dsp:spPr>
        <a:xfrm>
          <a:off x="4950616" y="32817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D4D6E-E07E-4961-9A93-392EA3C13967}">
      <dsp:nvSpPr>
        <dsp:cNvPr id="0" name=""/>
        <dsp:cNvSpPr/>
      </dsp:nvSpPr>
      <dsp:spPr>
        <a:xfrm>
          <a:off x="5175644" y="541951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Leadership Support Importance: </a:t>
          </a:r>
          <a:r>
            <a:rPr lang="en-US" sz="1200" kern="1200"/>
            <a:t>Leadership's visible endorsement was essential; it encouraged employees to partake, enhancing accountability and enthusiasm.</a:t>
          </a:r>
        </a:p>
      </dsp:txBody>
      <dsp:txXfrm>
        <a:off x="5213311" y="579618"/>
        <a:ext cx="1949918" cy="12107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F9CF09-9CB5-48D4-827A-E40D9532DD5C}">
      <dsp:nvSpPr>
        <dsp:cNvPr id="0" name=""/>
        <dsp:cNvSpPr/>
      </dsp:nvSpPr>
      <dsp:spPr>
        <a:xfrm>
          <a:off x="0" y="1922"/>
          <a:ext cx="4435656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A319BAD-6FC1-465F-BEDF-857B4A11206A}">
      <dsp:nvSpPr>
        <dsp:cNvPr id="0" name=""/>
        <dsp:cNvSpPr/>
      </dsp:nvSpPr>
      <dsp:spPr>
        <a:xfrm>
          <a:off x="0" y="1922"/>
          <a:ext cx="4435656" cy="131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Break Participation Increase: </a:t>
          </a:r>
          <a:r>
            <a:rPr lang="en-US" sz="1900" kern="1200"/>
            <a:t>True Break participation surged remarkably from 48% to 78%, highlighting improved engagement in break-taking behaviors.</a:t>
          </a:r>
        </a:p>
      </dsp:txBody>
      <dsp:txXfrm>
        <a:off x="0" y="1922"/>
        <a:ext cx="4435656" cy="1310882"/>
      </dsp:txXfrm>
    </dsp:sp>
    <dsp:sp modelId="{005B69EB-F8E2-4E4D-9E3E-2E04217C253D}">
      <dsp:nvSpPr>
        <dsp:cNvPr id="0" name=""/>
        <dsp:cNvSpPr/>
      </dsp:nvSpPr>
      <dsp:spPr>
        <a:xfrm>
          <a:off x="0" y="1312805"/>
          <a:ext cx="4435656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6EC2312-834C-49CD-94BD-08B7D282FC6D}">
      <dsp:nvSpPr>
        <dsp:cNvPr id="0" name=""/>
        <dsp:cNvSpPr/>
      </dsp:nvSpPr>
      <dsp:spPr>
        <a:xfrm>
          <a:off x="0" y="1312805"/>
          <a:ext cx="4435656" cy="131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Cultural Shift Evidenced: </a:t>
          </a:r>
          <a:r>
            <a:rPr lang="en-US" sz="1900" kern="1200"/>
            <a:t>Comfort with taking breaks increased significantly from 38% to 60%, indicating a positive shift in workplace culture.</a:t>
          </a:r>
        </a:p>
      </dsp:txBody>
      <dsp:txXfrm>
        <a:off x="0" y="1312805"/>
        <a:ext cx="4435656" cy="1310882"/>
      </dsp:txXfrm>
    </dsp:sp>
    <dsp:sp modelId="{91F2D0C9-8E8D-4F38-94B4-A79E1352DC6E}">
      <dsp:nvSpPr>
        <dsp:cNvPr id="0" name=""/>
        <dsp:cNvSpPr/>
      </dsp:nvSpPr>
      <dsp:spPr>
        <a:xfrm>
          <a:off x="0" y="2623687"/>
          <a:ext cx="4435656" cy="0"/>
        </a:xfrm>
        <a:prstGeom prst="line">
          <a:avLst/>
        </a:prstGeom>
        <a:blipFill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3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B9EF11-7FED-4DEC-A033-3033A7EE537E}">
      <dsp:nvSpPr>
        <dsp:cNvPr id="0" name=""/>
        <dsp:cNvSpPr/>
      </dsp:nvSpPr>
      <dsp:spPr>
        <a:xfrm>
          <a:off x="0" y="2623687"/>
          <a:ext cx="4435656" cy="13108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Impact on Productivity: </a:t>
          </a:r>
          <a:r>
            <a:rPr lang="en-US" sz="1900" kern="1200"/>
            <a:t>These changes suggest structured breaks facilitate a more productive environment, ultimately benefiting employee well-being and performance.</a:t>
          </a:r>
        </a:p>
      </dsp:txBody>
      <dsp:txXfrm>
        <a:off x="0" y="2623687"/>
        <a:ext cx="4435656" cy="131088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7438CB-57D4-4B9F-A98D-5D9CE9731C2B}">
      <dsp:nvSpPr>
        <dsp:cNvPr id="0" name=""/>
        <dsp:cNvSpPr/>
      </dsp:nvSpPr>
      <dsp:spPr>
        <a:xfrm>
          <a:off x="0" y="2694"/>
          <a:ext cx="3954294" cy="849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D2B1CF-B9EC-443D-BA9E-385CF309FA72}">
      <dsp:nvSpPr>
        <dsp:cNvPr id="0" name=""/>
        <dsp:cNvSpPr/>
      </dsp:nvSpPr>
      <dsp:spPr>
        <a:xfrm>
          <a:off x="257034" y="193877"/>
          <a:ext cx="467793" cy="4673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AA183-452F-4F71-AD10-A6E09395E2CA}">
      <dsp:nvSpPr>
        <dsp:cNvPr id="0" name=""/>
        <dsp:cNvSpPr/>
      </dsp:nvSpPr>
      <dsp:spPr>
        <a:xfrm>
          <a:off x="981863" y="2694"/>
          <a:ext cx="2933962" cy="85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5" tIns="90015" rIns="90015" bIns="900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Productivity Boost: </a:t>
          </a:r>
          <a:r>
            <a:rPr lang="en-US" sz="1400" kern="1200"/>
            <a:t>The implementation of structured breaks led to a remarkable 21% increase in employee productivity levels.</a:t>
          </a:r>
        </a:p>
      </dsp:txBody>
      <dsp:txXfrm>
        <a:off x="981863" y="2694"/>
        <a:ext cx="2933962" cy="850533"/>
      </dsp:txXfrm>
    </dsp:sp>
    <dsp:sp modelId="{781055F7-A4B7-4006-B882-03139A0B81F7}">
      <dsp:nvSpPr>
        <dsp:cNvPr id="0" name=""/>
        <dsp:cNvSpPr/>
      </dsp:nvSpPr>
      <dsp:spPr>
        <a:xfrm>
          <a:off x="0" y="1059417"/>
          <a:ext cx="3954294" cy="849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3E67185-0B74-4029-9576-FBBD36FF3D55}">
      <dsp:nvSpPr>
        <dsp:cNvPr id="0" name=""/>
        <dsp:cNvSpPr/>
      </dsp:nvSpPr>
      <dsp:spPr>
        <a:xfrm>
          <a:off x="257034" y="1250600"/>
          <a:ext cx="467793" cy="4673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44C0F3-0478-44B6-8310-B461C6842042}">
      <dsp:nvSpPr>
        <dsp:cNvPr id="0" name=""/>
        <dsp:cNvSpPr/>
      </dsp:nvSpPr>
      <dsp:spPr>
        <a:xfrm>
          <a:off x="981863" y="1059417"/>
          <a:ext cx="2933962" cy="85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5" tIns="90015" rIns="90015" bIns="900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Work-Life Balance: </a:t>
          </a:r>
          <a:r>
            <a:rPr lang="en-US" sz="1400" kern="1200"/>
            <a:t>Employees reported a 73% improvement in work-life balance, significantly enhancing their well-being and job satisfaction.</a:t>
          </a:r>
        </a:p>
      </dsp:txBody>
      <dsp:txXfrm>
        <a:off x="981863" y="1059417"/>
        <a:ext cx="2933962" cy="850533"/>
      </dsp:txXfrm>
    </dsp:sp>
    <dsp:sp modelId="{3EC1AABD-F839-4751-A93B-91CAD35D9CEF}">
      <dsp:nvSpPr>
        <dsp:cNvPr id="0" name=""/>
        <dsp:cNvSpPr/>
      </dsp:nvSpPr>
      <dsp:spPr>
        <a:xfrm>
          <a:off x="0" y="2116140"/>
          <a:ext cx="3954294" cy="849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3B1D99-F483-443C-8B35-6BBE65EABF7D}">
      <dsp:nvSpPr>
        <dsp:cNvPr id="0" name=""/>
        <dsp:cNvSpPr/>
      </dsp:nvSpPr>
      <dsp:spPr>
        <a:xfrm>
          <a:off x="257034" y="2307323"/>
          <a:ext cx="467793" cy="4673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A928F1-B949-47D3-9C37-1914791B0F70}">
      <dsp:nvSpPr>
        <dsp:cNvPr id="0" name=""/>
        <dsp:cNvSpPr/>
      </dsp:nvSpPr>
      <dsp:spPr>
        <a:xfrm>
          <a:off x="981863" y="2116140"/>
          <a:ext cx="2933962" cy="8505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15" tIns="90015" rIns="90015" bIns="90015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Enhanced Focus: </a:t>
          </a:r>
          <a:r>
            <a:rPr lang="en-US" sz="1400" kern="1200"/>
            <a:t>After regular breaks, focus on tasks improved by 92%, demonstrating the effectiveness of mental reset strategies.</a:t>
          </a:r>
        </a:p>
      </dsp:txBody>
      <dsp:txXfrm>
        <a:off x="981863" y="2116140"/>
        <a:ext cx="2933962" cy="850533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473235-4EC2-4A7F-9835-FEDCE2CA191D}">
      <dsp:nvSpPr>
        <dsp:cNvPr id="0" name=""/>
        <dsp:cNvSpPr/>
      </dsp:nvSpPr>
      <dsp:spPr>
        <a:xfrm>
          <a:off x="0" y="1839"/>
          <a:ext cx="3954294" cy="87631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BA3314-2AAF-43C1-82E2-19E4ADF62473}">
      <dsp:nvSpPr>
        <dsp:cNvPr id="0" name=""/>
        <dsp:cNvSpPr/>
      </dsp:nvSpPr>
      <dsp:spPr>
        <a:xfrm>
          <a:off x="265086" y="199010"/>
          <a:ext cx="482446" cy="48197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0A8389-A00F-4CA1-9C6B-653DF19C8CC0}">
      <dsp:nvSpPr>
        <dsp:cNvPr id="0" name=""/>
        <dsp:cNvSpPr/>
      </dsp:nvSpPr>
      <dsp:spPr>
        <a:xfrm>
          <a:off x="1012619" y="1839"/>
          <a:ext cx="2780030" cy="87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834" tIns="92834" rIns="92834" bIns="9283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Stigma of Breaks: </a:t>
          </a:r>
          <a:r>
            <a:rPr lang="en-US" sz="1400" kern="1200"/>
            <a:t>Despite supportive environments, many employees still feel apprehensive about taking breaks, fearing negative perceptions.</a:t>
          </a:r>
        </a:p>
      </dsp:txBody>
      <dsp:txXfrm>
        <a:off x="1012619" y="1839"/>
        <a:ext cx="2780030" cy="877175"/>
      </dsp:txXfrm>
    </dsp:sp>
    <dsp:sp modelId="{9D4A0BBB-126C-48FE-95E5-E46C7A59F493}">
      <dsp:nvSpPr>
        <dsp:cNvPr id="0" name=""/>
        <dsp:cNvSpPr/>
      </dsp:nvSpPr>
      <dsp:spPr>
        <a:xfrm>
          <a:off x="0" y="1046096"/>
          <a:ext cx="3954294" cy="87631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D799AA-AAE6-402A-8EEA-633CD46160C2}">
      <dsp:nvSpPr>
        <dsp:cNvPr id="0" name=""/>
        <dsp:cNvSpPr/>
      </dsp:nvSpPr>
      <dsp:spPr>
        <a:xfrm>
          <a:off x="265086" y="1243267"/>
          <a:ext cx="482446" cy="48197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EAE5F3-2913-4F82-8282-FFBC63CCA9E2}">
      <dsp:nvSpPr>
        <dsp:cNvPr id="0" name=""/>
        <dsp:cNvSpPr/>
      </dsp:nvSpPr>
      <dsp:spPr>
        <a:xfrm>
          <a:off x="1012619" y="1046096"/>
          <a:ext cx="2780030" cy="87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834" tIns="92834" rIns="92834" bIns="9283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Leadership Modeling: </a:t>
          </a:r>
          <a:r>
            <a:rPr lang="en-US" sz="1400" kern="1200"/>
            <a:t>Leaders must actively demonstrate and promote break-taking behaviors to combat stigma and reinforce its importance.</a:t>
          </a:r>
        </a:p>
      </dsp:txBody>
      <dsp:txXfrm>
        <a:off x="1012619" y="1046096"/>
        <a:ext cx="2780030" cy="877175"/>
      </dsp:txXfrm>
    </dsp:sp>
    <dsp:sp modelId="{FEB1F790-1678-47A2-9AD5-A448FADCAD08}">
      <dsp:nvSpPr>
        <dsp:cNvPr id="0" name=""/>
        <dsp:cNvSpPr/>
      </dsp:nvSpPr>
      <dsp:spPr>
        <a:xfrm>
          <a:off x="0" y="2090353"/>
          <a:ext cx="3954294" cy="87631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D01F3A-6262-42BA-A290-86004D06CD82}">
      <dsp:nvSpPr>
        <dsp:cNvPr id="0" name=""/>
        <dsp:cNvSpPr/>
      </dsp:nvSpPr>
      <dsp:spPr>
        <a:xfrm>
          <a:off x="265086" y="2287524"/>
          <a:ext cx="482446" cy="48197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8BA10F-2574-4B82-8633-DD830BBB3116}">
      <dsp:nvSpPr>
        <dsp:cNvPr id="0" name=""/>
        <dsp:cNvSpPr/>
      </dsp:nvSpPr>
      <dsp:spPr>
        <a:xfrm>
          <a:off x="1012619" y="2090353"/>
          <a:ext cx="2780030" cy="8771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834" tIns="92834" rIns="92834" bIns="92834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Cultural Reinforcement: </a:t>
          </a:r>
          <a:r>
            <a:rPr lang="en-US" sz="1400" kern="1200"/>
            <a:t>Creating an inclusive culture that values breaks necessitates consistent messaging from leadership to ensure effectiveness.</a:t>
          </a:r>
        </a:p>
      </dsp:txBody>
      <dsp:txXfrm>
        <a:off x="1012619" y="2090353"/>
        <a:ext cx="2780030" cy="87717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554E2C-4970-424B-86DB-ECBDADA23E93}">
      <dsp:nvSpPr>
        <dsp:cNvPr id="0" name=""/>
        <dsp:cNvSpPr/>
      </dsp:nvSpPr>
      <dsp:spPr>
        <a:xfrm>
          <a:off x="0" y="49469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47BEF5-6A8D-48C0-9F9A-AD7993EB1B67}">
      <dsp:nvSpPr>
        <dsp:cNvPr id="0" name=""/>
        <dsp:cNvSpPr/>
      </dsp:nvSpPr>
      <dsp:spPr>
        <a:xfrm>
          <a:off x="225028" y="708471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Challenges for Support Roles: </a:t>
          </a:r>
          <a:r>
            <a:rPr lang="en-US" sz="1300" kern="1200"/>
            <a:t>Customer support teams face unique hurdles in taking breaks due to continuous demand and urgency.</a:t>
          </a:r>
        </a:p>
      </dsp:txBody>
      <dsp:txXfrm>
        <a:off x="262695" y="746138"/>
        <a:ext cx="1949918" cy="1210701"/>
      </dsp:txXfrm>
    </dsp:sp>
    <dsp:sp modelId="{8FE52BA5-A572-43B5-9B93-ABE6E8AB36BA}">
      <dsp:nvSpPr>
        <dsp:cNvPr id="0" name=""/>
        <dsp:cNvSpPr/>
      </dsp:nvSpPr>
      <dsp:spPr>
        <a:xfrm>
          <a:off x="2475308" y="49469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ADC2A-575D-4970-8726-1F8826ECA5F4}">
      <dsp:nvSpPr>
        <dsp:cNvPr id="0" name=""/>
        <dsp:cNvSpPr/>
      </dsp:nvSpPr>
      <dsp:spPr>
        <a:xfrm>
          <a:off x="2700336" y="708471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Tailored Break Strategies: </a:t>
          </a:r>
          <a:r>
            <a:rPr lang="en-US" sz="1300" kern="1200"/>
            <a:t>Custom break schedules that accommodate critical coverage can mitigate stress in high-demand environments effectively.</a:t>
          </a:r>
        </a:p>
      </dsp:txBody>
      <dsp:txXfrm>
        <a:off x="2738003" y="746138"/>
        <a:ext cx="1949918" cy="1210701"/>
      </dsp:txXfrm>
    </dsp:sp>
    <dsp:sp modelId="{62A34AB1-5838-4B32-92E7-7EBE194ACB5B}">
      <dsp:nvSpPr>
        <dsp:cNvPr id="0" name=""/>
        <dsp:cNvSpPr/>
      </dsp:nvSpPr>
      <dsp:spPr>
        <a:xfrm>
          <a:off x="4950616" y="494695"/>
          <a:ext cx="2025252" cy="128603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82FA61-44A7-4F94-808E-0DA390CD8D00}">
      <dsp:nvSpPr>
        <dsp:cNvPr id="0" name=""/>
        <dsp:cNvSpPr/>
      </dsp:nvSpPr>
      <dsp:spPr>
        <a:xfrm>
          <a:off x="5175644" y="708471"/>
          <a:ext cx="2025252" cy="12860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/>
            <a:t>Trialing Innovative Approaches: </a:t>
          </a:r>
          <a:r>
            <a:rPr lang="en-US" sz="1300" kern="1200"/>
            <a:t>Implementing experimental strategies, such as micro-breaks or shift rotations, may enhance well-being in these teams.</a:t>
          </a:r>
        </a:p>
      </dsp:txBody>
      <dsp:txXfrm>
        <a:off x="5213311" y="746138"/>
        <a:ext cx="1949918" cy="1210701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18E6F4-06AA-48EE-B733-22A62283F159}">
      <dsp:nvSpPr>
        <dsp:cNvPr id="0" name=""/>
        <dsp:cNvSpPr/>
      </dsp:nvSpPr>
      <dsp:spPr>
        <a:xfrm>
          <a:off x="1301932" y="184731"/>
          <a:ext cx="738808" cy="7388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34F3C2-34C6-4546-B282-020299E1046B}">
      <dsp:nvSpPr>
        <dsp:cNvPr id="0" name=""/>
        <dsp:cNvSpPr/>
      </dsp:nvSpPr>
      <dsp:spPr>
        <a:xfrm>
          <a:off x="850438" y="1191577"/>
          <a:ext cx="1641796" cy="779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Long-Term Effects: </a:t>
          </a:r>
          <a:r>
            <a:rPr lang="en-US" sz="1100" kern="1200"/>
            <a:t>Future research could investigate the sustained impacts of breaks on productivity across various timeframes.</a:t>
          </a:r>
        </a:p>
      </dsp:txBody>
      <dsp:txXfrm>
        <a:off x="850438" y="1191577"/>
        <a:ext cx="1641796" cy="779853"/>
      </dsp:txXfrm>
    </dsp:sp>
    <dsp:sp modelId="{0BC46E81-6671-4AC9-A47F-984BFAEFEF28}">
      <dsp:nvSpPr>
        <dsp:cNvPr id="0" name=""/>
        <dsp:cNvSpPr/>
      </dsp:nvSpPr>
      <dsp:spPr>
        <a:xfrm>
          <a:off x="3231044" y="184731"/>
          <a:ext cx="738808" cy="73880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529279-DC1C-40F3-8F2B-74B97AEDCA54}">
      <dsp:nvSpPr>
        <dsp:cNvPr id="0" name=""/>
        <dsp:cNvSpPr/>
      </dsp:nvSpPr>
      <dsp:spPr>
        <a:xfrm>
          <a:off x="2779550" y="1191577"/>
          <a:ext cx="1641796" cy="779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Industry Comparisons: </a:t>
          </a:r>
          <a:r>
            <a:rPr lang="en-US" sz="1100" kern="1200"/>
            <a:t>Exploring break efficacy among different industries may reveal unique patterns and tailored strategies for improvement.</a:t>
          </a:r>
        </a:p>
      </dsp:txBody>
      <dsp:txXfrm>
        <a:off x="2779550" y="1191577"/>
        <a:ext cx="1641796" cy="779853"/>
      </dsp:txXfrm>
    </dsp:sp>
    <dsp:sp modelId="{1A821AA7-3458-4292-B1B1-34BE888EF366}">
      <dsp:nvSpPr>
        <dsp:cNvPr id="0" name=""/>
        <dsp:cNvSpPr/>
      </dsp:nvSpPr>
      <dsp:spPr>
        <a:xfrm>
          <a:off x="5160155" y="184731"/>
          <a:ext cx="738808" cy="73880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65FB6-432E-4348-9CF9-9753CE23E9FF}">
      <dsp:nvSpPr>
        <dsp:cNvPr id="0" name=""/>
        <dsp:cNvSpPr/>
      </dsp:nvSpPr>
      <dsp:spPr>
        <a:xfrm>
          <a:off x="4708661" y="1191577"/>
          <a:ext cx="1641796" cy="77985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Cultural Perspectives: </a:t>
          </a:r>
          <a:r>
            <a:rPr lang="en-US" sz="1100" kern="1200"/>
            <a:t>Understanding how diverse organizational cultures perceive breaks can enhance implementation and acceptance in varying contexts.</a:t>
          </a:r>
        </a:p>
      </dsp:txBody>
      <dsp:txXfrm>
        <a:off x="4708661" y="1191577"/>
        <a:ext cx="1641796" cy="7798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2700" y="0"/>
            <a:ext cx="9173370" cy="5142161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9" y="1403349"/>
            <a:ext cx="5111752" cy="1136650"/>
          </a:xfrm>
        </p:spPr>
        <p:txBody>
          <a:bodyPr anchor="b">
            <a:noAutofit/>
          </a:bodyPr>
          <a:lstStyle>
            <a:lvl1pPr algn="ctr">
              <a:defRPr sz="405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9" y="2743198"/>
            <a:ext cx="5111752" cy="990602"/>
          </a:xfrm>
        </p:spPr>
        <p:txBody>
          <a:bodyPr anchor="t">
            <a:normAutofit/>
          </a:bodyPr>
          <a:lstStyle>
            <a:lvl1pPr marL="0" indent="0" algn="ct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87425" y="3778247"/>
            <a:ext cx="673100" cy="20955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9298" y="3778247"/>
            <a:ext cx="3910976" cy="20955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17676" y="3778247"/>
            <a:ext cx="413375" cy="20955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299" y="2641598"/>
            <a:ext cx="511175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3183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57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302" y="1314454"/>
            <a:ext cx="6119016" cy="1366886"/>
          </a:xfrm>
        </p:spPr>
        <p:txBody>
          <a:bodyPr anchor="b">
            <a:normAutofit/>
          </a:bodyPr>
          <a:lstStyle>
            <a:lvl1pPr algn="ctr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11300" y="2884539"/>
            <a:ext cx="6119018" cy="71591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509542" y="2782939"/>
            <a:ext cx="612253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98768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73836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6008" y="1920240"/>
            <a:ext cx="3538728" cy="248259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36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71550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5503" y="1993900"/>
            <a:ext cx="3538728" cy="432197"/>
          </a:xfrm>
        </p:spPr>
        <p:txBody>
          <a:bodyPr anchor="b">
            <a:noAutofit/>
          </a:bodyPr>
          <a:lstStyle>
            <a:lvl1pPr marL="0" indent="0">
              <a:spcBef>
                <a:spcPts val="504"/>
              </a:spcBef>
              <a:spcAft>
                <a:spcPts val="450"/>
              </a:spcAft>
              <a:buNone/>
              <a:defRPr sz="2100" b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5503" y="2432447"/>
            <a:ext cx="3538728" cy="1974454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31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17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7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359" y="1041401"/>
            <a:ext cx="2788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1" y="736599"/>
            <a:ext cx="4102100" cy="3670301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359" y="2273299"/>
            <a:ext cx="2788841" cy="1828803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047127" y="2184400"/>
            <a:ext cx="26358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270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49" y="1412874"/>
            <a:ext cx="4681362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71124" y="781050"/>
            <a:ext cx="2297510" cy="35814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49" y="2441574"/>
            <a:ext cx="4681362" cy="1371600"/>
          </a:xfrm>
        </p:spPr>
        <p:txBody>
          <a:bodyPr anchor="t"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76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3611561"/>
            <a:ext cx="7207250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1070" y="781050"/>
            <a:ext cx="7579479" cy="2501902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1551" y="4036615"/>
            <a:ext cx="7207250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158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7901" y="736599"/>
            <a:ext cx="7194549" cy="2216151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7901" y="3257550"/>
            <a:ext cx="7194549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0425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77800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256109" y="2514600"/>
            <a:ext cx="6629402" cy="43815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5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257550"/>
            <a:ext cx="7207250" cy="11493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0200" y="21209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047127" y="3105149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1130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2" y="2481436"/>
            <a:ext cx="7207251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3036"/>
            <a:ext cx="720725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9553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60" y="736599"/>
            <a:ext cx="6972299" cy="1682751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9484"/>
            <a:ext cx="7207251" cy="66522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397250"/>
            <a:ext cx="7207251" cy="10096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46510" y="65997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200" y="1949446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6131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7250" cy="1682751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971551" y="2722626"/>
            <a:ext cx="7207251" cy="63093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1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0" y="3352800"/>
            <a:ext cx="7207253" cy="10541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047127" y="257175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3266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47127" y="1816100"/>
            <a:ext cx="705547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5853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9518" y="736599"/>
            <a:ext cx="1418171" cy="3670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71549" y="736599"/>
            <a:ext cx="5574769" cy="36703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647918" y="742950"/>
            <a:ext cx="0" cy="36576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156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1802" y="0"/>
            <a:ext cx="9172472" cy="5142161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71552" y="736600"/>
            <a:ext cx="7200897" cy="9779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1917699"/>
            <a:ext cx="7200897" cy="248920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08126" y="4476750"/>
            <a:ext cx="1200150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9/20/2024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71551" y="4476750"/>
            <a:ext cx="5479425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5426" y="4476750"/>
            <a:ext cx="407023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1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5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3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2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/>
        </a:buClr>
        <a:buSzPct val="115000"/>
        <a:buFont typeface="Arial"/>
        <a:buChar char="•"/>
        <a:defRPr sz="105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4.png"/><Relationship Id="rId9" Type="http://schemas.microsoft.com/office/2007/relationships/diagramDrawing" Target="../diagrams/drawin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8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openxmlformats.org/officeDocument/2006/relationships/image" Target="../media/image20.png"/><Relationship Id="rId7" Type="http://schemas.openxmlformats.org/officeDocument/2006/relationships/diagramColors" Target="../diagrams/colors9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DF8837B-BAE2-489A-8F93-69216307D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line graph adjacent to a stair">
            <a:extLst>
              <a:ext uri="{FF2B5EF4-FFF2-40B4-BE49-F238E27FC236}">
                <a16:creationId xmlns:a16="http://schemas.microsoft.com/office/drawing/2014/main" id="{91012758-C271-3C68-C5D9-76282A1D6E4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26014" b="33736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19298" y="1403348"/>
            <a:ext cx="5111752" cy="11366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defRPr sz="5200"/>
            </a:pPr>
            <a:r>
              <a:rPr lang="en-US" sz="3600">
                <a:solidFill>
                  <a:srgbClr val="FFFFFF"/>
                </a:solidFill>
              </a:rPr>
              <a:t>Boosting Productivity with Breaks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9298" y="2743197"/>
            <a:ext cx="5111752" cy="990602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48BEE9B-A2F4-4BF3-9EAD-16E1A7FC2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774949" y="2632956"/>
            <a:ext cx="3840480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Boosting Productivity with Breaks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49563C3-2236-6A06-AF66-F08D40DB07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42788"/>
              </p:ext>
            </p:extLst>
          </p:nvPr>
        </p:nvGraphicFramePr>
        <p:xfrm>
          <a:off x="971550" y="2079288"/>
          <a:ext cx="7200897" cy="2156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/>
              <a:t>Boosting Productivity with Breaks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38C6DDC-4CA1-D89C-D8B4-60D0491B07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1551" y="1917699"/>
          <a:ext cx="7200897" cy="2489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Introduction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B354345-5B6E-A436-D3E3-F010DEF233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9292880"/>
              </p:ext>
            </p:extLst>
          </p:nvPr>
        </p:nvGraphicFramePr>
        <p:xfrm>
          <a:off x="971550" y="2079288"/>
          <a:ext cx="7200897" cy="2156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7DEDD00-5E71-418B-9C3C-9B71B0182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1802" y="0"/>
            <a:ext cx="9172471" cy="5142160"/>
            <a:chOff x="-15736" y="0"/>
            <a:chExt cx="12229962" cy="6856214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08AA894-60A7-4A09-919E-54EF7C3EC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4680684-9D82-4E2B-9E9A-778390DA9E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8899EB-8201-46DC-A208-67136E6BA1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8681DBB-DB5A-40DF-8333-C7E1C945B5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Context and Motivation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55E411-F144-07D3-1735-8D07809CE0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35329108"/>
              </p:ext>
            </p:extLst>
          </p:nvPr>
        </p:nvGraphicFramePr>
        <p:xfrm>
          <a:off x="971550" y="2006866"/>
          <a:ext cx="7200898" cy="2239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372066"/>
            <a:ext cx="2867411" cy="4412471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457200"/>
            <a:ext cx="2664004" cy="42291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791307"/>
            <a:ext cx="1899682" cy="3595934"/>
          </a:xfrm>
        </p:spPr>
        <p:txBody>
          <a:bodyPr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Experiment Overview</a:t>
            </a: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1"/>
            <a:ext cx="5654961" cy="51435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FBA7C156-2BAE-40F3-B7C2-C56A0A745C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8297137"/>
              </p:ext>
            </p:extLst>
          </p:nvPr>
        </p:nvGraphicFramePr>
        <p:xfrm>
          <a:off x="4102554" y="603502"/>
          <a:ext cx="4435656" cy="3936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Recruitment and Participation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EE1C0C6-988D-7C51-DC83-918889311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2498179"/>
              </p:ext>
            </p:extLst>
          </p:nvPr>
        </p:nvGraphicFramePr>
        <p:xfrm>
          <a:off x="971550" y="2079288"/>
          <a:ext cx="7200897" cy="2156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BE4420-3B5F-4549-8B4A-77855B821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5876F6-95D4-48CB-8E3E-4401A96E2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603" y="372066"/>
            <a:ext cx="2867411" cy="4412471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B84719-90BB-4D0C-92D8-61DC5512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457200"/>
            <a:ext cx="2664004" cy="42291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699" y="791307"/>
            <a:ext cx="1899682" cy="3595934"/>
          </a:xfrm>
        </p:spPr>
        <p:txBody>
          <a:bodyPr>
            <a:normAutofit/>
          </a:bodyPr>
          <a:lstStyle/>
          <a:p>
            <a:r>
              <a:rPr lang="en-US" sz="2600">
                <a:solidFill>
                  <a:srgbClr val="262626"/>
                </a:solidFill>
              </a:rPr>
              <a:t>Break Participation Results</a:t>
            </a:r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B407EC4-5D16-4845-9840-4E28622B6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9039" y="-1"/>
            <a:ext cx="5654961" cy="51435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EC0586F-A988-1005-C94D-8FAB91F24E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284433"/>
              </p:ext>
            </p:extLst>
          </p:nvPr>
        </p:nvGraphicFramePr>
        <p:xfrm>
          <a:off x="4102554" y="603502"/>
          <a:ext cx="4435656" cy="39364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224A92-B71D-4244-9CEE-E80F9BD11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9A319-3937-4297-B7D8-6745097B9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038" y="365514"/>
            <a:ext cx="8413637" cy="441247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FDFE78-2422-40CD-BC53-9E0C459C9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7" y="457200"/>
            <a:ext cx="8229600" cy="42291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868" y="736599"/>
            <a:ext cx="2520579" cy="3468879"/>
          </a:xfrm>
        </p:spPr>
        <p:txBody>
          <a:bodyPr>
            <a:normAutofit/>
          </a:bodyPr>
          <a:lstStyle/>
          <a:p>
            <a:r>
              <a:rPr lang="en-US" sz="3100">
                <a:solidFill>
                  <a:srgbClr val="262626"/>
                </a:solidFill>
              </a:rPr>
              <a:t>Productivity and Well-Being Improvements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7E302E-4D34-42E4-94A8-4FC0AF572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482" y="819150"/>
            <a:ext cx="4457015" cy="3386328"/>
          </a:xfrm>
          <a:prstGeom prst="rect">
            <a:avLst/>
          </a:prstGeom>
          <a:noFill/>
          <a:ln w="57150" cmpd="thickThin">
            <a:solidFill>
              <a:srgbClr val="7F7F7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0B949DF-C769-655F-A1DD-C4CBE4A9F2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97498"/>
              </p:ext>
            </p:extLst>
          </p:nvPr>
        </p:nvGraphicFramePr>
        <p:xfrm>
          <a:off x="1043292" y="1043291"/>
          <a:ext cx="3954294" cy="2969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5224A92-B71D-4244-9CEE-E80F9BD118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69A319-3937-4297-B7D8-6745097B9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4038" y="365514"/>
            <a:ext cx="8413637" cy="441247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bg2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FDFE78-2422-40CD-BC53-9E0C459C9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7" y="457200"/>
            <a:ext cx="8229600" cy="42291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868" y="736599"/>
            <a:ext cx="2520579" cy="3468879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Key Insights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97E302E-4D34-42E4-94A8-4FC0AF572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9482" y="819150"/>
            <a:ext cx="4457015" cy="3386328"/>
          </a:xfrm>
          <a:prstGeom prst="rect">
            <a:avLst/>
          </a:prstGeom>
          <a:noFill/>
          <a:ln w="57150" cmpd="thickThin">
            <a:solidFill>
              <a:srgbClr val="7F7F7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EE5D35-10FB-BC7A-8795-86A45A5817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0942589"/>
              </p:ext>
            </p:extLst>
          </p:nvPr>
        </p:nvGraphicFramePr>
        <p:xfrm>
          <a:off x="1043292" y="1043291"/>
          <a:ext cx="3954294" cy="29693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2200"/>
              <a:t>Tailored Approaches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8DD456E-F477-E330-9BD1-A0939C647B4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71551" y="1917699"/>
          <a:ext cx="7200897" cy="24892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EB8E3BF-F464-4900-8994-851061A9AD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Hands holding each other's wrists and interlinked to form a circle">
            <a:extLst>
              <a:ext uri="{FF2B5EF4-FFF2-40B4-BE49-F238E27FC236}">
                <a16:creationId xmlns:a16="http://schemas.microsoft.com/office/drawing/2014/main" id="{71820187-162D-284C-3A01-BA4B2482200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b="15731"/>
          <a:stretch/>
        </p:blipFill>
        <p:spPr>
          <a:xfrm>
            <a:off x="20" y="10"/>
            <a:ext cx="9143980" cy="51434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Enhanced Employee Connections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E0602D6-3A81-42F8-AE67-1BAAFC967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43000" y="1816099"/>
            <a:ext cx="6858000" cy="0"/>
          </a:xfrm>
          <a:prstGeom prst="line">
            <a:avLst/>
          </a:prstGeom>
          <a:ln w="15875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1917699"/>
            <a:ext cx="7200897" cy="2489202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rgbClr val="FFFFFF"/>
                </a:solidFill>
              </a:rPr>
              <a:t>Community Building: </a:t>
            </a:r>
            <a:r>
              <a:rPr lang="en-US">
                <a:solidFill>
                  <a:srgbClr val="FFFFFF"/>
                </a:solidFill>
              </a:rPr>
              <a:t>Shared experiments foster deeper connections, encouraging employees to collaborate and learn from one another.</a:t>
            </a:r>
          </a:p>
          <a:p>
            <a:r>
              <a:rPr lang="en-US" b="1">
                <a:solidFill>
                  <a:srgbClr val="FFFFFF"/>
                </a:solidFill>
              </a:rPr>
              <a:t>Informal Networks: </a:t>
            </a:r>
            <a:r>
              <a:rPr lang="en-US">
                <a:solidFill>
                  <a:srgbClr val="FFFFFF"/>
                </a:solidFill>
              </a:rPr>
              <a:t>Engagement in collective activities facilitates the development of informal networks crucial for employee collaboration.</a:t>
            </a:r>
          </a:p>
          <a:p>
            <a:r>
              <a:rPr lang="en-US" b="1">
                <a:solidFill>
                  <a:srgbClr val="FFFFFF"/>
                </a:solidFill>
              </a:rPr>
              <a:t>Enhancing Engagement: </a:t>
            </a:r>
            <a:r>
              <a:rPr lang="en-US">
                <a:solidFill>
                  <a:srgbClr val="FFFFFF"/>
                </a:solidFill>
              </a:rPr>
              <a:t>Participatory experiments increase overall engagement levels, strengthening team cohesion and mutual support across Slack.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002732-CBB5-405C-BDDC-37C39BF6E9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A492AF-9B08-416A-9BEC-1EC284C5B2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5996" y="352425"/>
            <a:ext cx="8429625" cy="443865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AE770C-2B15-4943-A508-EA2408AB98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09" y="457200"/>
            <a:ext cx="8229600" cy="4229100"/>
          </a:xfrm>
          <a:prstGeom prst="rect">
            <a:avLst/>
          </a:prstGeom>
          <a:noFill/>
          <a:ln w="15875" cap="flat"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955E33A-07BE-426F-B937-739F88BFB0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12281" y="1800479"/>
            <a:ext cx="695539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1917699"/>
            <a:ext cx="7200897" cy="2489202"/>
          </a:xfrm>
        </p:spPr>
        <p:txBody>
          <a:bodyPr>
            <a:normAutofit/>
          </a:bodyPr>
          <a:lstStyle/>
          <a:p>
            <a:r>
              <a:rPr lang="en-US" b="1"/>
              <a:t>Boost in Productivity: </a:t>
            </a:r>
            <a:r>
              <a:rPr lang="en-US"/>
              <a:t>Structured breaks yielded a significant enhancement in productivity, with metrics reflecting a 21% overall increase.</a:t>
            </a:r>
          </a:p>
          <a:p>
            <a:r>
              <a:rPr lang="en-US" b="1"/>
              <a:t>Improved Well-Being: </a:t>
            </a:r>
            <a:r>
              <a:rPr lang="en-US"/>
              <a:t>Participants reported a notable 73% improvement in work-life balance, illustrating positive effects on employee well-being.</a:t>
            </a:r>
          </a:p>
          <a:p>
            <a:r>
              <a:rPr lang="en-US" b="1"/>
              <a:t>Encouraging Break Programs: </a:t>
            </a:r>
            <a:r>
              <a:rPr lang="en-US"/>
              <a:t>Implementing structured break programs is essential for fostering a healthier work environment and increased satisfaction.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2723366-C73B-4ED6-ADEF-29911C6BC5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47A4152-8E41-4D1C-B88C-57C5C430A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473" y="363474"/>
            <a:ext cx="8417053" cy="1109726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balanced" dir="t"/>
          </a:scene3d>
          <a:sp3d>
            <a:bevelT w="6350" h="63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315" y="597280"/>
            <a:ext cx="7937369" cy="6600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Acknowledgments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9F76F5-72D4-4814-9169-8F535AEEB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8060" y="486282"/>
            <a:ext cx="8167878" cy="864108"/>
          </a:xfrm>
          <a:prstGeom prst="rect">
            <a:avLst/>
          </a:prstGeom>
          <a:noFill/>
          <a:ln w="15875" cap="flat">
            <a:solidFill>
              <a:schemeClr val="accent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6202988-4466-42C5-B33A-AFABF051B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714500"/>
            <a:ext cx="9144000" cy="3429000"/>
          </a:xfrm>
          <a:prstGeom prst="rect">
            <a:avLst/>
          </a:prstGeom>
          <a:gradFill>
            <a:gsLst>
              <a:gs pos="0">
                <a:schemeClr val="bg1"/>
              </a:gs>
              <a:gs pos="30000">
                <a:schemeClr val="bg1"/>
              </a:gs>
              <a:gs pos="61000">
                <a:schemeClr val="bg2">
                  <a:lumMod val="20000"/>
                  <a:lumOff val="80000"/>
                </a:schemeClr>
              </a:gs>
              <a:gs pos="97000">
                <a:schemeClr val="bg2">
                  <a:lumMod val="70000"/>
                  <a:lumOff val="3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  <a:effectLst>
            <a:innerShdw blurRad="63500" dist="50800" dir="16200000">
              <a:prstClr val="black">
                <a:alpha val="35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550" y="1959192"/>
            <a:ext cx="7200897" cy="2447709"/>
          </a:xfrm>
        </p:spPr>
        <p:txBody>
          <a:bodyPr>
            <a:normAutofit/>
          </a:bodyPr>
          <a:lstStyle/>
          <a:p>
            <a:r>
              <a:rPr lang="en-US" b="1"/>
              <a:t>Acknowledgment of Contributions: </a:t>
            </a:r>
            <a:r>
              <a:rPr lang="en-US"/>
              <a:t>We sincerely appreciate the valuable input from participants, leadership, and Workforce Lab team during this study.</a:t>
            </a:r>
          </a:p>
          <a:p>
            <a:r>
              <a:rPr lang="en-US" b="1"/>
              <a:t>Team Effort: </a:t>
            </a:r>
            <a:r>
              <a:rPr lang="en-US"/>
              <a:t>This project successfully highlights teamwork's role in executing innovative approaches to improve employee productivity.</a:t>
            </a:r>
          </a:p>
          <a:p>
            <a:r>
              <a:rPr lang="en-US" b="1"/>
              <a:t>Leadership Support: </a:t>
            </a:r>
            <a:r>
              <a:rPr lang="en-US"/>
              <a:t>Recognition of leadership's unwavering support was instrumental in cultivating an environment for effective experimentation.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736599"/>
            <a:ext cx="7200897" cy="9779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Future Research Directions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BF72D3-43EA-69DC-ACBF-1AAE4DB383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1032802"/>
              </p:ext>
            </p:extLst>
          </p:nvPr>
        </p:nvGraphicFramePr>
        <p:xfrm>
          <a:off x="971550" y="2079288"/>
          <a:ext cx="7200897" cy="2156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861</TotalTime>
  <Words>803</Words>
  <Application>Microsoft Office PowerPoint</Application>
  <PresentationFormat>On-screen Show (16:9)</PresentationFormat>
  <Paragraphs>67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Garamond</vt:lpstr>
      <vt:lpstr>Organic</vt:lpstr>
      <vt:lpstr>Boosting Productivity with Breaks</vt:lpstr>
      <vt:lpstr>Boosting Productivity with Breaks</vt:lpstr>
      <vt:lpstr>Boosting Productivity with Breaks</vt:lpstr>
      <vt:lpstr>Introduction</vt:lpstr>
      <vt:lpstr>Context and Motivation</vt:lpstr>
      <vt:lpstr>Experiment Overview</vt:lpstr>
      <vt:lpstr>Recruitment and Participation</vt:lpstr>
      <vt:lpstr>Break Participation Results</vt:lpstr>
      <vt:lpstr>Productivity and Well-Being Improvements</vt:lpstr>
      <vt:lpstr>Key Insights</vt:lpstr>
      <vt:lpstr>Tailored Approaches</vt:lpstr>
      <vt:lpstr>Enhanced Employee Connections</vt:lpstr>
      <vt:lpstr>Conclusion</vt:lpstr>
      <vt:lpstr>Acknowledgments</vt:lpstr>
      <vt:lpstr>Future Research Directions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Bryan Blair</cp:lastModifiedBy>
  <cp:revision>2</cp:revision>
  <dcterms:created xsi:type="dcterms:W3CDTF">2013-01-27T09:14:16Z</dcterms:created>
  <dcterms:modified xsi:type="dcterms:W3CDTF">2024-09-21T06:36:36Z</dcterms:modified>
  <cp:category/>
</cp:coreProperties>
</file>